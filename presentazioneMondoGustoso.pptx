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cripter" charset="1" panose="00000000000000000000"/>
      <p:regular r:id="rId15"/>
    </p:embeddedFont>
    <p:embeddedFont>
      <p:font typeface="Clou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Marco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6.png" Type="http://schemas.openxmlformats.org/officeDocument/2006/relationships/image"/><Relationship Id="rId13" Target="../media/image7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6.pn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1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44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.png" Type="http://schemas.openxmlformats.org/officeDocument/2006/relationships/image"/><Relationship Id="rId5" Target="../media/image4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1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57.png" Type="http://schemas.openxmlformats.org/officeDocument/2006/relationships/image"/><Relationship Id="rId18" Target="https://github.com/MarcoBenedettini/Progetto-Tepsit-Web-Service/tree/master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981365">
            <a:off x="8040926" y="-698616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921797">
            <a:off x="13930198" y="178506"/>
            <a:ext cx="8949257" cy="8949257"/>
          </a:xfrm>
          <a:custGeom>
            <a:avLst/>
            <a:gdLst/>
            <a:ahLst/>
            <a:cxnLst/>
            <a:rect r="r" b="b" t="t" l="l"/>
            <a:pathLst>
              <a:path h="8949257" w="8949257">
                <a:moveTo>
                  <a:pt x="0" y="0"/>
                </a:moveTo>
                <a:lnTo>
                  <a:pt x="8949256" y="0"/>
                </a:lnTo>
                <a:lnTo>
                  <a:pt x="8949256" y="8949256"/>
                </a:lnTo>
                <a:lnTo>
                  <a:pt x="0" y="8949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25664" y="4709305"/>
            <a:ext cx="3942616" cy="3942616"/>
          </a:xfrm>
          <a:custGeom>
            <a:avLst/>
            <a:gdLst/>
            <a:ahLst/>
            <a:cxnLst/>
            <a:rect r="r" b="b" t="t" l="l"/>
            <a:pathLst>
              <a:path h="3942616" w="3942616">
                <a:moveTo>
                  <a:pt x="0" y="0"/>
                </a:moveTo>
                <a:lnTo>
                  <a:pt x="3942616" y="0"/>
                </a:lnTo>
                <a:lnTo>
                  <a:pt x="3942616" y="3942616"/>
                </a:lnTo>
                <a:lnTo>
                  <a:pt x="0" y="394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921797">
            <a:off x="-2560629" y="313269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90986" y="5496668"/>
            <a:ext cx="6306029" cy="6306029"/>
          </a:xfrm>
          <a:custGeom>
            <a:avLst/>
            <a:gdLst/>
            <a:ahLst/>
            <a:cxnLst/>
            <a:rect r="r" b="b" t="t" l="l"/>
            <a:pathLst>
              <a:path h="6306029" w="6306029">
                <a:moveTo>
                  <a:pt x="0" y="0"/>
                </a:moveTo>
                <a:lnTo>
                  <a:pt x="6306028" y="0"/>
                </a:lnTo>
                <a:lnTo>
                  <a:pt x="6306028" y="6306029"/>
                </a:lnTo>
                <a:lnTo>
                  <a:pt x="0" y="6306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93045" y="8409141"/>
            <a:ext cx="3882791" cy="1877859"/>
          </a:xfrm>
          <a:custGeom>
            <a:avLst/>
            <a:gdLst/>
            <a:ahLst/>
            <a:cxnLst/>
            <a:rect r="r" b="b" t="t" l="l"/>
            <a:pathLst>
              <a:path h="1877859" w="3882791">
                <a:moveTo>
                  <a:pt x="0" y="0"/>
                </a:moveTo>
                <a:lnTo>
                  <a:pt x="3882791" y="0"/>
                </a:lnTo>
                <a:lnTo>
                  <a:pt x="3882791" y="1877859"/>
                </a:lnTo>
                <a:lnTo>
                  <a:pt x="0" y="1877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87483" y="3358606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699"/>
                </a:lnTo>
                <a:lnTo>
                  <a:pt x="0" y="13506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57095" y="6193852"/>
            <a:ext cx="5240390" cy="5269131"/>
          </a:xfrm>
          <a:custGeom>
            <a:avLst/>
            <a:gdLst/>
            <a:ahLst/>
            <a:cxnLst/>
            <a:rect r="r" b="b" t="t" l="l"/>
            <a:pathLst>
              <a:path h="5269131" w="5240390">
                <a:moveTo>
                  <a:pt x="0" y="0"/>
                </a:moveTo>
                <a:lnTo>
                  <a:pt x="5240390" y="0"/>
                </a:lnTo>
                <a:lnTo>
                  <a:pt x="5240390" y="5269130"/>
                </a:lnTo>
                <a:lnTo>
                  <a:pt x="0" y="5269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2023" y="4709305"/>
            <a:ext cx="3976528" cy="3940377"/>
          </a:xfrm>
          <a:custGeom>
            <a:avLst/>
            <a:gdLst/>
            <a:ahLst/>
            <a:cxnLst/>
            <a:rect r="r" b="b" t="t" l="l"/>
            <a:pathLst>
              <a:path h="3940377" w="3976528">
                <a:moveTo>
                  <a:pt x="0" y="0"/>
                </a:moveTo>
                <a:lnTo>
                  <a:pt x="3976528" y="0"/>
                </a:lnTo>
                <a:lnTo>
                  <a:pt x="3976528" y="3940378"/>
                </a:lnTo>
                <a:lnTo>
                  <a:pt x="0" y="39403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328613">
            <a:off x="177306" y="1212703"/>
            <a:ext cx="1702787" cy="4114800"/>
          </a:xfrm>
          <a:custGeom>
            <a:avLst/>
            <a:gdLst/>
            <a:ahLst/>
            <a:cxnLst/>
            <a:rect r="r" b="b" t="t" l="l"/>
            <a:pathLst>
              <a:path h="4114800" w="1702787">
                <a:moveTo>
                  <a:pt x="0" y="0"/>
                </a:moveTo>
                <a:lnTo>
                  <a:pt x="1702788" y="0"/>
                </a:lnTo>
                <a:lnTo>
                  <a:pt x="1702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25833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62980">
            <a:off x="16259436" y="1301572"/>
            <a:ext cx="2162947" cy="4114800"/>
          </a:xfrm>
          <a:custGeom>
            <a:avLst/>
            <a:gdLst/>
            <a:ahLst/>
            <a:cxnLst/>
            <a:rect r="r" b="b" t="t" l="l"/>
            <a:pathLst>
              <a:path h="4114800" w="2162947">
                <a:moveTo>
                  <a:pt x="0" y="0"/>
                </a:moveTo>
                <a:lnTo>
                  <a:pt x="2162947" y="0"/>
                </a:lnTo>
                <a:lnTo>
                  <a:pt x="2162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-77788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6921797">
            <a:off x="2042295" y="-7966249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393762">
            <a:off x="11935854" y="7733791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6393762">
            <a:off x="14768766" y="3597899"/>
            <a:ext cx="957410" cy="872114"/>
          </a:xfrm>
          <a:custGeom>
            <a:avLst/>
            <a:gdLst/>
            <a:ahLst/>
            <a:cxnLst/>
            <a:rect r="r" b="b" t="t" l="l"/>
            <a:pathLst>
              <a:path h="872114" w="957410">
                <a:moveTo>
                  <a:pt x="0" y="0"/>
                </a:moveTo>
                <a:lnTo>
                  <a:pt x="957410" y="0"/>
                </a:lnTo>
                <a:lnTo>
                  <a:pt x="957410" y="872114"/>
                </a:lnTo>
                <a:lnTo>
                  <a:pt x="0" y="8721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500757">
            <a:off x="-800745" y="9562639"/>
            <a:ext cx="6035040" cy="4114800"/>
          </a:xfrm>
          <a:custGeom>
            <a:avLst/>
            <a:gdLst/>
            <a:ahLst/>
            <a:cxnLst/>
            <a:rect r="r" b="b" t="t" l="l"/>
            <a:pathLst>
              <a:path h="4114800" w="6035040">
                <a:moveTo>
                  <a:pt x="0" y="0"/>
                </a:moveTo>
                <a:lnTo>
                  <a:pt x="6035040" y="0"/>
                </a:lnTo>
                <a:lnTo>
                  <a:pt x="6035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500757">
            <a:off x="10619969" y="-3026051"/>
            <a:ext cx="6035040" cy="4114800"/>
          </a:xfrm>
          <a:custGeom>
            <a:avLst/>
            <a:gdLst/>
            <a:ahLst/>
            <a:cxnLst/>
            <a:rect r="r" b="b" t="t" l="l"/>
            <a:pathLst>
              <a:path h="4114800" w="6035040">
                <a:moveTo>
                  <a:pt x="0" y="0"/>
                </a:moveTo>
                <a:lnTo>
                  <a:pt x="6035040" y="0"/>
                </a:lnTo>
                <a:lnTo>
                  <a:pt x="6035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047547" y="1193482"/>
            <a:ext cx="4228147" cy="1343025"/>
            <a:chOff x="0" y="0"/>
            <a:chExt cx="5637530" cy="1790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6185" y="47474"/>
              <a:ext cx="5540650" cy="1693096"/>
            </a:xfrm>
            <a:custGeom>
              <a:avLst/>
              <a:gdLst/>
              <a:ahLst/>
              <a:cxnLst/>
              <a:rect r="r" b="b" t="t" l="l"/>
              <a:pathLst>
                <a:path h="1693096" w="5540650">
                  <a:moveTo>
                    <a:pt x="499915" y="344956"/>
                  </a:moveTo>
                  <a:cubicBezTo>
                    <a:pt x="1913425" y="29996"/>
                    <a:pt x="2161075" y="26186"/>
                    <a:pt x="2421425" y="13486"/>
                  </a:cubicBezTo>
                  <a:cubicBezTo>
                    <a:pt x="2675425" y="2056"/>
                    <a:pt x="2931965" y="-4294"/>
                    <a:pt x="3171995" y="3326"/>
                  </a:cubicBezTo>
                  <a:cubicBezTo>
                    <a:pt x="3392975" y="9676"/>
                    <a:pt x="3592365" y="27456"/>
                    <a:pt x="3806995" y="51586"/>
                  </a:cubicBezTo>
                  <a:cubicBezTo>
                    <a:pt x="4030515" y="76986"/>
                    <a:pt x="4269275" y="108736"/>
                    <a:pt x="4486445" y="153186"/>
                  </a:cubicBezTo>
                  <a:cubicBezTo>
                    <a:pt x="4690915" y="196366"/>
                    <a:pt x="4932215" y="252246"/>
                    <a:pt x="5074455" y="310666"/>
                  </a:cubicBezTo>
                  <a:cubicBezTo>
                    <a:pt x="5162085" y="346226"/>
                    <a:pt x="5215425" y="376706"/>
                    <a:pt x="5275115" y="423696"/>
                  </a:cubicBezTo>
                  <a:cubicBezTo>
                    <a:pt x="5333535" y="471956"/>
                    <a:pt x="5388145" y="531646"/>
                    <a:pt x="5428785" y="596416"/>
                  </a:cubicBezTo>
                  <a:cubicBezTo>
                    <a:pt x="5469425" y="659916"/>
                    <a:pt x="5501175" y="734846"/>
                    <a:pt x="5520225" y="808506"/>
                  </a:cubicBezTo>
                  <a:cubicBezTo>
                    <a:pt x="5538005" y="882166"/>
                    <a:pt x="5544355" y="962176"/>
                    <a:pt x="5538005" y="1038376"/>
                  </a:cubicBezTo>
                  <a:cubicBezTo>
                    <a:pt x="5531655" y="1113306"/>
                    <a:pt x="5512605" y="1192046"/>
                    <a:pt x="5482125" y="1261896"/>
                  </a:cubicBezTo>
                  <a:cubicBezTo>
                    <a:pt x="5451645" y="1331746"/>
                    <a:pt x="5408465" y="1400326"/>
                    <a:pt x="5357665" y="1456206"/>
                  </a:cubicBezTo>
                  <a:cubicBezTo>
                    <a:pt x="5306865" y="1512086"/>
                    <a:pt x="5243365" y="1562886"/>
                    <a:pt x="5177325" y="1600986"/>
                  </a:cubicBezTo>
                  <a:cubicBezTo>
                    <a:pt x="5111285" y="1637816"/>
                    <a:pt x="5035085" y="1665756"/>
                    <a:pt x="4960155" y="1679726"/>
                  </a:cubicBezTo>
                  <a:cubicBezTo>
                    <a:pt x="4886495" y="1693696"/>
                    <a:pt x="4805215" y="1696236"/>
                    <a:pt x="4730285" y="1686076"/>
                  </a:cubicBezTo>
                  <a:cubicBezTo>
                    <a:pt x="4655355" y="1674646"/>
                    <a:pt x="4577885" y="1651786"/>
                    <a:pt x="4509305" y="1617496"/>
                  </a:cubicBezTo>
                  <a:cubicBezTo>
                    <a:pt x="4441995" y="1583206"/>
                    <a:pt x="4375955" y="1536216"/>
                    <a:pt x="4322615" y="1482876"/>
                  </a:cubicBezTo>
                  <a:cubicBezTo>
                    <a:pt x="4269275" y="1428266"/>
                    <a:pt x="4221015" y="1363496"/>
                    <a:pt x="4187995" y="1294916"/>
                  </a:cubicBezTo>
                  <a:cubicBezTo>
                    <a:pt x="4154975" y="1226336"/>
                    <a:pt x="4130845" y="1148866"/>
                    <a:pt x="4120685" y="1073936"/>
                  </a:cubicBezTo>
                  <a:cubicBezTo>
                    <a:pt x="4110525" y="999006"/>
                    <a:pt x="4113065" y="917726"/>
                    <a:pt x="4127035" y="844066"/>
                  </a:cubicBezTo>
                  <a:cubicBezTo>
                    <a:pt x="4142275" y="769136"/>
                    <a:pt x="4170215" y="692936"/>
                    <a:pt x="4207045" y="626896"/>
                  </a:cubicBezTo>
                  <a:cubicBezTo>
                    <a:pt x="4245145" y="560856"/>
                    <a:pt x="4295945" y="498626"/>
                    <a:pt x="4351825" y="447826"/>
                  </a:cubicBezTo>
                  <a:cubicBezTo>
                    <a:pt x="4408975" y="397026"/>
                    <a:pt x="4476285" y="353846"/>
                    <a:pt x="4546135" y="323366"/>
                  </a:cubicBezTo>
                  <a:cubicBezTo>
                    <a:pt x="4615985" y="294156"/>
                    <a:pt x="4694725" y="273836"/>
                    <a:pt x="4770925" y="268756"/>
                  </a:cubicBezTo>
                  <a:cubicBezTo>
                    <a:pt x="4845855" y="262406"/>
                    <a:pt x="4927135" y="268756"/>
                    <a:pt x="5000795" y="287806"/>
                  </a:cubicBezTo>
                  <a:cubicBezTo>
                    <a:pt x="5074455" y="305586"/>
                    <a:pt x="5148115" y="338606"/>
                    <a:pt x="5212885" y="379246"/>
                  </a:cubicBezTo>
                  <a:cubicBezTo>
                    <a:pt x="5276385" y="419886"/>
                    <a:pt x="5336075" y="474496"/>
                    <a:pt x="5384335" y="532916"/>
                  </a:cubicBezTo>
                  <a:cubicBezTo>
                    <a:pt x="5431325" y="592606"/>
                    <a:pt x="5470695" y="663726"/>
                    <a:pt x="5497365" y="734846"/>
                  </a:cubicBezTo>
                  <a:cubicBezTo>
                    <a:pt x="5522765" y="805966"/>
                    <a:pt x="5538005" y="884706"/>
                    <a:pt x="5540545" y="960906"/>
                  </a:cubicBezTo>
                  <a:cubicBezTo>
                    <a:pt x="5541815" y="1037106"/>
                    <a:pt x="5531655" y="1117116"/>
                    <a:pt x="5508795" y="1189506"/>
                  </a:cubicBezTo>
                  <a:cubicBezTo>
                    <a:pt x="5485935" y="1261896"/>
                    <a:pt x="5450375" y="1334286"/>
                    <a:pt x="5405925" y="1396516"/>
                  </a:cubicBezTo>
                  <a:cubicBezTo>
                    <a:pt x="5361475" y="1457476"/>
                    <a:pt x="5304325" y="1514626"/>
                    <a:pt x="5242095" y="1559076"/>
                  </a:cubicBezTo>
                  <a:cubicBezTo>
                    <a:pt x="5181135" y="1603526"/>
                    <a:pt x="5107475" y="1639086"/>
                    <a:pt x="5035085" y="1660676"/>
                  </a:cubicBezTo>
                  <a:cubicBezTo>
                    <a:pt x="4962695" y="1683536"/>
                    <a:pt x="4905545" y="1696236"/>
                    <a:pt x="4806485" y="1692426"/>
                  </a:cubicBezTo>
                  <a:cubicBezTo>
                    <a:pt x="4622335" y="1682266"/>
                    <a:pt x="4270545" y="1557806"/>
                    <a:pt x="4017815" y="1505736"/>
                  </a:cubicBezTo>
                  <a:cubicBezTo>
                    <a:pt x="3785405" y="1457476"/>
                    <a:pt x="3577125" y="1409216"/>
                    <a:pt x="3345985" y="1387626"/>
                  </a:cubicBezTo>
                  <a:cubicBezTo>
                    <a:pt x="3103415" y="1366036"/>
                    <a:pt x="2844335" y="1377466"/>
                    <a:pt x="2594145" y="1378736"/>
                  </a:cubicBezTo>
                  <a:cubicBezTo>
                    <a:pt x="2343955" y="1380006"/>
                    <a:pt x="2114085" y="1364766"/>
                    <a:pt x="1844845" y="1395246"/>
                  </a:cubicBezTo>
                  <a:cubicBezTo>
                    <a:pt x="1524805" y="1432076"/>
                    <a:pt x="999025" y="1581936"/>
                    <a:pt x="804715" y="1612416"/>
                  </a:cubicBezTo>
                  <a:cubicBezTo>
                    <a:pt x="731055" y="1625116"/>
                    <a:pt x="700575" y="1631466"/>
                    <a:pt x="648505" y="1631466"/>
                  </a:cubicBezTo>
                  <a:cubicBezTo>
                    <a:pt x="597705" y="1631466"/>
                    <a:pt x="543095" y="1623846"/>
                    <a:pt x="493565" y="1611146"/>
                  </a:cubicBezTo>
                  <a:cubicBezTo>
                    <a:pt x="442765" y="1598446"/>
                    <a:pt x="391965" y="1579396"/>
                    <a:pt x="346245" y="1555266"/>
                  </a:cubicBezTo>
                  <a:cubicBezTo>
                    <a:pt x="300525" y="1531136"/>
                    <a:pt x="256075" y="1499386"/>
                    <a:pt x="217975" y="1465096"/>
                  </a:cubicBezTo>
                  <a:cubicBezTo>
                    <a:pt x="178605" y="1430806"/>
                    <a:pt x="143045" y="1390166"/>
                    <a:pt x="113835" y="1346986"/>
                  </a:cubicBezTo>
                  <a:cubicBezTo>
                    <a:pt x="84625" y="1303806"/>
                    <a:pt x="59225" y="1255546"/>
                    <a:pt x="41445" y="1207286"/>
                  </a:cubicBezTo>
                  <a:cubicBezTo>
                    <a:pt x="23665" y="1159026"/>
                    <a:pt x="10965" y="1105686"/>
                    <a:pt x="4615" y="1054886"/>
                  </a:cubicBezTo>
                  <a:cubicBezTo>
                    <a:pt x="-1735" y="1002816"/>
                    <a:pt x="-1735" y="949476"/>
                    <a:pt x="5885" y="897406"/>
                  </a:cubicBezTo>
                  <a:cubicBezTo>
                    <a:pt x="12235" y="845336"/>
                    <a:pt x="24935" y="793266"/>
                    <a:pt x="43985" y="745006"/>
                  </a:cubicBezTo>
                  <a:cubicBezTo>
                    <a:pt x="63035" y="696746"/>
                    <a:pt x="87165" y="648486"/>
                    <a:pt x="117645" y="606576"/>
                  </a:cubicBezTo>
                  <a:cubicBezTo>
                    <a:pt x="146855" y="563396"/>
                    <a:pt x="183685" y="522756"/>
                    <a:pt x="221785" y="488466"/>
                  </a:cubicBezTo>
                  <a:cubicBezTo>
                    <a:pt x="261155" y="454176"/>
                    <a:pt x="305605" y="423696"/>
                    <a:pt x="352595" y="400836"/>
                  </a:cubicBezTo>
                  <a:cubicBezTo>
                    <a:pt x="398315" y="376706"/>
                    <a:pt x="499915" y="344956"/>
                    <a:pt x="499915" y="344956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015865" y="3450808"/>
            <a:ext cx="8340090" cy="2223599"/>
            <a:chOff x="0" y="0"/>
            <a:chExt cx="11120120" cy="2964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9050" y="65311"/>
              <a:ext cx="11019096" cy="2834945"/>
            </a:xfrm>
            <a:custGeom>
              <a:avLst/>
              <a:gdLst/>
              <a:ahLst/>
              <a:cxnLst/>
              <a:rect r="r" b="b" t="t" l="l"/>
              <a:pathLst>
                <a:path h="2834945" w="11019096">
                  <a:moveTo>
                    <a:pt x="376400" y="1229132"/>
                  </a:moveTo>
                  <a:cubicBezTo>
                    <a:pt x="1001240" y="856490"/>
                    <a:pt x="1224760" y="729007"/>
                    <a:pt x="1439390" y="630943"/>
                  </a:cubicBezTo>
                  <a:cubicBezTo>
                    <a:pt x="1657830" y="531244"/>
                    <a:pt x="1887700" y="438084"/>
                    <a:pt x="2109950" y="369439"/>
                  </a:cubicBezTo>
                  <a:cubicBezTo>
                    <a:pt x="2323310" y="302429"/>
                    <a:pt x="2523970" y="263203"/>
                    <a:pt x="2748760" y="219074"/>
                  </a:cubicBezTo>
                  <a:cubicBezTo>
                    <a:pt x="2998950" y="170042"/>
                    <a:pt x="3278350" y="124279"/>
                    <a:pt x="3541240" y="96494"/>
                  </a:cubicBezTo>
                  <a:cubicBezTo>
                    <a:pt x="3800320" y="68710"/>
                    <a:pt x="3992090" y="63806"/>
                    <a:pt x="4315940" y="50731"/>
                  </a:cubicBezTo>
                  <a:cubicBezTo>
                    <a:pt x="4859500" y="27850"/>
                    <a:pt x="5983450" y="-1569"/>
                    <a:pt x="6500340" y="65"/>
                  </a:cubicBezTo>
                  <a:cubicBezTo>
                    <a:pt x="6783550" y="1699"/>
                    <a:pt x="6896580" y="-1569"/>
                    <a:pt x="7159470" y="19678"/>
                  </a:cubicBezTo>
                  <a:cubicBezTo>
                    <a:pt x="7551900" y="49097"/>
                    <a:pt x="8235160" y="129182"/>
                    <a:pt x="8622510" y="201096"/>
                  </a:cubicBezTo>
                  <a:cubicBezTo>
                    <a:pt x="8879050" y="250128"/>
                    <a:pt x="9049230" y="289353"/>
                    <a:pt x="9261320" y="362901"/>
                  </a:cubicBezTo>
                  <a:cubicBezTo>
                    <a:pt x="9481030" y="438084"/>
                    <a:pt x="9703280" y="544320"/>
                    <a:pt x="9919180" y="648921"/>
                  </a:cubicBezTo>
                  <a:cubicBezTo>
                    <a:pt x="10131270" y="753522"/>
                    <a:pt x="10535130" y="1010123"/>
                    <a:pt x="10545290" y="992145"/>
                  </a:cubicBezTo>
                  <a:cubicBezTo>
                    <a:pt x="10547830" y="985607"/>
                    <a:pt x="10494490" y="939844"/>
                    <a:pt x="10497030" y="934941"/>
                  </a:cubicBezTo>
                  <a:cubicBezTo>
                    <a:pt x="10500840" y="926769"/>
                    <a:pt x="10645620" y="1011757"/>
                    <a:pt x="10710390" y="1070596"/>
                  </a:cubicBezTo>
                  <a:cubicBezTo>
                    <a:pt x="10773890" y="1127800"/>
                    <a:pt x="10832310" y="1202982"/>
                    <a:pt x="10879300" y="1284702"/>
                  </a:cubicBezTo>
                  <a:cubicBezTo>
                    <a:pt x="10925020" y="1366422"/>
                    <a:pt x="10961850" y="1461217"/>
                    <a:pt x="10985980" y="1557646"/>
                  </a:cubicBezTo>
                  <a:cubicBezTo>
                    <a:pt x="11008840" y="1654076"/>
                    <a:pt x="11020270" y="1760312"/>
                    <a:pt x="11019000" y="1860010"/>
                  </a:cubicBezTo>
                  <a:cubicBezTo>
                    <a:pt x="11016460" y="1961343"/>
                    <a:pt x="11001220" y="2065944"/>
                    <a:pt x="10975820" y="2160739"/>
                  </a:cubicBezTo>
                  <a:cubicBezTo>
                    <a:pt x="10949150" y="2255535"/>
                    <a:pt x="10908510" y="2348695"/>
                    <a:pt x="10858980" y="2427146"/>
                  </a:cubicBezTo>
                  <a:cubicBezTo>
                    <a:pt x="10810720" y="2505597"/>
                    <a:pt x="10749760" y="2577511"/>
                    <a:pt x="10683720" y="2633080"/>
                  </a:cubicBezTo>
                  <a:cubicBezTo>
                    <a:pt x="10617680" y="2687016"/>
                    <a:pt x="10541480" y="2729510"/>
                    <a:pt x="10466550" y="2755660"/>
                  </a:cubicBezTo>
                  <a:cubicBezTo>
                    <a:pt x="10390350" y="2780176"/>
                    <a:pt x="10307800" y="2788348"/>
                    <a:pt x="10229060" y="2781811"/>
                  </a:cubicBezTo>
                  <a:cubicBezTo>
                    <a:pt x="10151590" y="2773639"/>
                    <a:pt x="10070310" y="2749123"/>
                    <a:pt x="9999190" y="2709897"/>
                  </a:cubicBezTo>
                  <a:cubicBezTo>
                    <a:pt x="9926800" y="2670671"/>
                    <a:pt x="9856950" y="2613468"/>
                    <a:pt x="9798530" y="2546457"/>
                  </a:cubicBezTo>
                  <a:cubicBezTo>
                    <a:pt x="9740110" y="2479447"/>
                    <a:pt x="9686770" y="2396093"/>
                    <a:pt x="9648670" y="2309470"/>
                  </a:cubicBezTo>
                  <a:cubicBezTo>
                    <a:pt x="9609300" y="2221212"/>
                    <a:pt x="9580090" y="2121514"/>
                    <a:pt x="9564850" y="2023450"/>
                  </a:cubicBezTo>
                  <a:cubicBezTo>
                    <a:pt x="9549610" y="1923752"/>
                    <a:pt x="9547070" y="1817516"/>
                    <a:pt x="9557230" y="1717817"/>
                  </a:cubicBezTo>
                  <a:cubicBezTo>
                    <a:pt x="9567390" y="1618119"/>
                    <a:pt x="9591520" y="1515152"/>
                    <a:pt x="9625810" y="1425260"/>
                  </a:cubicBezTo>
                  <a:cubicBezTo>
                    <a:pt x="9660100" y="1333734"/>
                    <a:pt x="9708360" y="1247111"/>
                    <a:pt x="9762970" y="1175197"/>
                  </a:cubicBezTo>
                  <a:cubicBezTo>
                    <a:pt x="9818850" y="1104918"/>
                    <a:pt x="9886160" y="1041177"/>
                    <a:pt x="9956010" y="995413"/>
                  </a:cubicBezTo>
                  <a:cubicBezTo>
                    <a:pt x="10025860" y="951285"/>
                    <a:pt x="10104600" y="918597"/>
                    <a:pt x="10182070" y="905522"/>
                  </a:cubicBezTo>
                  <a:cubicBezTo>
                    <a:pt x="10259540" y="890812"/>
                    <a:pt x="10343360" y="892446"/>
                    <a:pt x="10419560" y="912059"/>
                  </a:cubicBezTo>
                  <a:cubicBezTo>
                    <a:pt x="10495760" y="930037"/>
                    <a:pt x="10574500" y="965994"/>
                    <a:pt x="10643080" y="1015026"/>
                  </a:cubicBezTo>
                  <a:cubicBezTo>
                    <a:pt x="10711660" y="1064058"/>
                    <a:pt x="10776430" y="1131068"/>
                    <a:pt x="10828500" y="1206251"/>
                  </a:cubicBezTo>
                  <a:cubicBezTo>
                    <a:pt x="10880570" y="1279799"/>
                    <a:pt x="10926290" y="1369691"/>
                    <a:pt x="10958040" y="1461217"/>
                  </a:cubicBezTo>
                  <a:cubicBezTo>
                    <a:pt x="10988520" y="1554378"/>
                    <a:pt x="11008840" y="1657345"/>
                    <a:pt x="11016460" y="1758677"/>
                  </a:cubicBezTo>
                  <a:cubicBezTo>
                    <a:pt x="11022810" y="1858376"/>
                    <a:pt x="11016460" y="1964612"/>
                    <a:pt x="10998680" y="2062675"/>
                  </a:cubicBezTo>
                  <a:cubicBezTo>
                    <a:pt x="10979630" y="2160739"/>
                    <a:pt x="10946610" y="2258803"/>
                    <a:pt x="10905970" y="2343792"/>
                  </a:cubicBezTo>
                  <a:cubicBezTo>
                    <a:pt x="10864060" y="2428781"/>
                    <a:pt x="10808180" y="2508866"/>
                    <a:pt x="10748490" y="2572608"/>
                  </a:cubicBezTo>
                  <a:cubicBezTo>
                    <a:pt x="10687530" y="2636349"/>
                    <a:pt x="10615140" y="2688650"/>
                    <a:pt x="10541480" y="2724607"/>
                  </a:cubicBezTo>
                  <a:cubicBezTo>
                    <a:pt x="10469090" y="2758929"/>
                    <a:pt x="10386540" y="2780176"/>
                    <a:pt x="10309070" y="2783445"/>
                  </a:cubicBezTo>
                  <a:cubicBezTo>
                    <a:pt x="10230330" y="2786714"/>
                    <a:pt x="10178260" y="2778542"/>
                    <a:pt x="10074120" y="2744220"/>
                  </a:cubicBezTo>
                  <a:cubicBezTo>
                    <a:pt x="9842980" y="2667403"/>
                    <a:pt x="9318470" y="2319276"/>
                    <a:pt x="8995890" y="2193427"/>
                  </a:cubicBezTo>
                  <a:cubicBezTo>
                    <a:pt x="8746970" y="2096998"/>
                    <a:pt x="8556470" y="2057772"/>
                    <a:pt x="8315170" y="2010375"/>
                  </a:cubicBezTo>
                  <a:cubicBezTo>
                    <a:pt x="8044660" y="1958074"/>
                    <a:pt x="7744940" y="1928655"/>
                    <a:pt x="7450300" y="1902505"/>
                  </a:cubicBezTo>
                  <a:cubicBezTo>
                    <a:pt x="7141690" y="1873085"/>
                    <a:pt x="6886420" y="1858376"/>
                    <a:pt x="6500340" y="1848569"/>
                  </a:cubicBezTo>
                  <a:cubicBezTo>
                    <a:pt x="5899630" y="1832225"/>
                    <a:pt x="4745200" y="1850204"/>
                    <a:pt x="4192750" y="1860010"/>
                  </a:cubicBezTo>
                  <a:cubicBezTo>
                    <a:pt x="3884140" y="1864913"/>
                    <a:pt x="3707610" y="1864913"/>
                    <a:pt x="3468850" y="1882892"/>
                  </a:cubicBezTo>
                  <a:cubicBezTo>
                    <a:pt x="3235170" y="1900870"/>
                    <a:pt x="3002760" y="1923752"/>
                    <a:pt x="2775430" y="1966246"/>
                  </a:cubicBezTo>
                  <a:cubicBezTo>
                    <a:pt x="2551910" y="2008740"/>
                    <a:pt x="2339820" y="2052869"/>
                    <a:pt x="2115030" y="2134589"/>
                  </a:cubicBezTo>
                  <a:cubicBezTo>
                    <a:pt x="1871190" y="2224481"/>
                    <a:pt x="1582900" y="2378114"/>
                    <a:pt x="1369540" y="2494157"/>
                  </a:cubicBezTo>
                  <a:cubicBezTo>
                    <a:pt x="1201900" y="2584049"/>
                    <a:pt x="1040610" y="2700091"/>
                    <a:pt x="931390" y="2755660"/>
                  </a:cubicBezTo>
                  <a:cubicBezTo>
                    <a:pt x="869160" y="2786714"/>
                    <a:pt x="833600" y="2804692"/>
                    <a:pt x="781530" y="2817767"/>
                  </a:cubicBezTo>
                  <a:cubicBezTo>
                    <a:pt x="730730" y="2830843"/>
                    <a:pt x="676120" y="2837380"/>
                    <a:pt x="624050" y="2834111"/>
                  </a:cubicBezTo>
                  <a:cubicBezTo>
                    <a:pt x="571980" y="2830843"/>
                    <a:pt x="518640" y="2819402"/>
                    <a:pt x="469110" y="2799789"/>
                  </a:cubicBezTo>
                  <a:cubicBezTo>
                    <a:pt x="418310" y="2781811"/>
                    <a:pt x="368780" y="2754026"/>
                    <a:pt x="324330" y="2719704"/>
                  </a:cubicBezTo>
                  <a:cubicBezTo>
                    <a:pt x="278610" y="2685381"/>
                    <a:pt x="235430" y="2644521"/>
                    <a:pt x="198600" y="2597124"/>
                  </a:cubicBezTo>
                  <a:cubicBezTo>
                    <a:pt x="160500" y="2549726"/>
                    <a:pt x="127480" y="2495791"/>
                    <a:pt x="99540" y="2438587"/>
                  </a:cubicBezTo>
                  <a:cubicBezTo>
                    <a:pt x="71600" y="2383018"/>
                    <a:pt x="48740" y="2319276"/>
                    <a:pt x="32230" y="2255535"/>
                  </a:cubicBezTo>
                  <a:cubicBezTo>
                    <a:pt x="15720" y="2191793"/>
                    <a:pt x="5560" y="2123148"/>
                    <a:pt x="1750" y="2056138"/>
                  </a:cubicBezTo>
                  <a:cubicBezTo>
                    <a:pt x="-2060" y="1989128"/>
                    <a:pt x="480" y="1918849"/>
                    <a:pt x="8100" y="1853472"/>
                  </a:cubicBezTo>
                  <a:cubicBezTo>
                    <a:pt x="16990" y="1786462"/>
                    <a:pt x="32230" y="1719452"/>
                    <a:pt x="52550" y="1658979"/>
                  </a:cubicBezTo>
                  <a:cubicBezTo>
                    <a:pt x="74140" y="1596872"/>
                    <a:pt x="100810" y="1536399"/>
                    <a:pt x="132560" y="1482464"/>
                  </a:cubicBezTo>
                  <a:cubicBezTo>
                    <a:pt x="164310" y="1430163"/>
                    <a:pt x="202410" y="1379497"/>
                    <a:pt x="243050" y="1337003"/>
                  </a:cubicBezTo>
                  <a:cubicBezTo>
                    <a:pt x="283690" y="1294508"/>
                    <a:pt x="376400" y="1229132"/>
                    <a:pt x="376400" y="1229132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204335" y="1334452"/>
            <a:ext cx="2021205" cy="1399223"/>
            <a:chOff x="0" y="0"/>
            <a:chExt cx="2694940" cy="1865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403" y="50721"/>
              <a:ext cx="2597278" cy="1764343"/>
            </a:xfrm>
            <a:custGeom>
              <a:avLst/>
              <a:gdLst/>
              <a:ahLst/>
              <a:cxnLst/>
              <a:rect r="r" b="b" t="t" l="l"/>
              <a:pathLst>
                <a:path h="1764343" w="2597278">
                  <a:moveTo>
                    <a:pt x="2495947" y="259159"/>
                  </a:moveTo>
                  <a:cubicBezTo>
                    <a:pt x="2233057" y="184229"/>
                    <a:pt x="2177177" y="172799"/>
                    <a:pt x="2090817" y="165179"/>
                  </a:cubicBezTo>
                  <a:cubicBezTo>
                    <a:pt x="1956197" y="152479"/>
                    <a:pt x="1700927" y="142319"/>
                    <a:pt x="1573927" y="153749"/>
                  </a:cubicBezTo>
                  <a:cubicBezTo>
                    <a:pt x="1498997" y="160099"/>
                    <a:pt x="1450737" y="166449"/>
                    <a:pt x="1397397" y="188039"/>
                  </a:cubicBezTo>
                  <a:cubicBezTo>
                    <a:pt x="1346597" y="208359"/>
                    <a:pt x="1300877" y="240109"/>
                    <a:pt x="1258967" y="274399"/>
                  </a:cubicBezTo>
                  <a:cubicBezTo>
                    <a:pt x="1217057" y="308689"/>
                    <a:pt x="1178957" y="349329"/>
                    <a:pt x="1148477" y="395049"/>
                  </a:cubicBezTo>
                  <a:cubicBezTo>
                    <a:pt x="1116727" y="440769"/>
                    <a:pt x="1092597" y="499189"/>
                    <a:pt x="1072277" y="548719"/>
                  </a:cubicBezTo>
                  <a:cubicBezTo>
                    <a:pt x="1053227" y="594439"/>
                    <a:pt x="1039257" y="637619"/>
                    <a:pt x="1029097" y="682069"/>
                  </a:cubicBezTo>
                  <a:cubicBezTo>
                    <a:pt x="1020207" y="723979"/>
                    <a:pt x="1015127" y="767159"/>
                    <a:pt x="1013857" y="809069"/>
                  </a:cubicBezTo>
                  <a:cubicBezTo>
                    <a:pt x="1011317" y="847169"/>
                    <a:pt x="1004967" y="883999"/>
                    <a:pt x="1017667" y="922099"/>
                  </a:cubicBezTo>
                  <a:cubicBezTo>
                    <a:pt x="1034177" y="969089"/>
                    <a:pt x="1073547" y="1030049"/>
                    <a:pt x="1117997" y="1065609"/>
                  </a:cubicBezTo>
                  <a:cubicBezTo>
                    <a:pt x="1163717" y="1101169"/>
                    <a:pt x="1238647" y="1118949"/>
                    <a:pt x="1290717" y="1132919"/>
                  </a:cubicBezTo>
                  <a:cubicBezTo>
                    <a:pt x="1330087" y="1141809"/>
                    <a:pt x="1364377" y="1153239"/>
                    <a:pt x="1398667" y="1145619"/>
                  </a:cubicBezTo>
                  <a:cubicBezTo>
                    <a:pt x="1432957" y="1136729"/>
                    <a:pt x="1483757" y="1108789"/>
                    <a:pt x="1492647" y="1080849"/>
                  </a:cubicBezTo>
                  <a:cubicBezTo>
                    <a:pt x="1501537" y="1055449"/>
                    <a:pt x="1482487" y="1010999"/>
                    <a:pt x="1459627" y="989409"/>
                  </a:cubicBezTo>
                  <a:cubicBezTo>
                    <a:pt x="1432957" y="962739"/>
                    <a:pt x="1371997" y="956389"/>
                    <a:pt x="1328817" y="948769"/>
                  </a:cubicBezTo>
                  <a:cubicBezTo>
                    <a:pt x="1286907" y="941149"/>
                    <a:pt x="1248807" y="938609"/>
                    <a:pt x="1204357" y="939879"/>
                  </a:cubicBezTo>
                  <a:cubicBezTo>
                    <a:pt x="1152287" y="942419"/>
                    <a:pt x="1093867" y="952579"/>
                    <a:pt x="1035447" y="964009"/>
                  </a:cubicBezTo>
                  <a:cubicBezTo>
                    <a:pt x="971947" y="976709"/>
                    <a:pt x="902097" y="995759"/>
                    <a:pt x="838597" y="1017349"/>
                  </a:cubicBezTo>
                  <a:cubicBezTo>
                    <a:pt x="775097" y="1037669"/>
                    <a:pt x="716677" y="1064339"/>
                    <a:pt x="655717" y="1093549"/>
                  </a:cubicBezTo>
                  <a:cubicBezTo>
                    <a:pt x="592217" y="1122759"/>
                    <a:pt x="521097" y="1155779"/>
                    <a:pt x="465217" y="1192609"/>
                  </a:cubicBezTo>
                  <a:cubicBezTo>
                    <a:pt x="415687" y="1224359"/>
                    <a:pt x="376317" y="1252299"/>
                    <a:pt x="336947" y="1296749"/>
                  </a:cubicBezTo>
                  <a:cubicBezTo>
                    <a:pt x="287417" y="1350089"/>
                    <a:pt x="228997" y="1428829"/>
                    <a:pt x="199787" y="1499949"/>
                  </a:cubicBezTo>
                  <a:cubicBezTo>
                    <a:pt x="171847" y="1568529"/>
                    <a:pt x="182007" y="1675209"/>
                    <a:pt x="160417" y="1717119"/>
                  </a:cubicBezTo>
                  <a:cubicBezTo>
                    <a:pt x="150257" y="1737439"/>
                    <a:pt x="137557" y="1747599"/>
                    <a:pt x="122317" y="1755219"/>
                  </a:cubicBezTo>
                  <a:cubicBezTo>
                    <a:pt x="107077" y="1762839"/>
                    <a:pt x="86757" y="1765379"/>
                    <a:pt x="68977" y="1762839"/>
                  </a:cubicBezTo>
                  <a:cubicBezTo>
                    <a:pt x="52467" y="1760299"/>
                    <a:pt x="33417" y="1748869"/>
                    <a:pt x="21987" y="1736169"/>
                  </a:cubicBezTo>
                  <a:cubicBezTo>
                    <a:pt x="10557" y="1723469"/>
                    <a:pt x="397" y="1705689"/>
                    <a:pt x="397" y="1686639"/>
                  </a:cubicBezTo>
                  <a:cubicBezTo>
                    <a:pt x="397" y="1665049"/>
                    <a:pt x="15637" y="1629489"/>
                    <a:pt x="30877" y="1614249"/>
                  </a:cubicBezTo>
                  <a:cubicBezTo>
                    <a:pt x="44847" y="1601549"/>
                    <a:pt x="65167" y="1595199"/>
                    <a:pt x="81677" y="1595199"/>
                  </a:cubicBezTo>
                  <a:cubicBezTo>
                    <a:pt x="99457" y="1593929"/>
                    <a:pt x="119777" y="1599009"/>
                    <a:pt x="133747" y="1610439"/>
                  </a:cubicBezTo>
                  <a:cubicBezTo>
                    <a:pt x="150257" y="1624409"/>
                    <a:pt x="169307" y="1657429"/>
                    <a:pt x="169307" y="1681559"/>
                  </a:cubicBezTo>
                  <a:cubicBezTo>
                    <a:pt x="169307" y="1704419"/>
                    <a:pt x="147717" y="1737439"/>
                    <a:pt x="131207" y="1750139"/>
                  </a:cubicBezTo>
                  <a:cubicBezTo>
                    <a:pt x="115967" y="1761569"/>
                    <a:pt x="95647" y="1765379"/>
                    <a:pt x="79137" y="1764109"/>
                  </a:cubicBezTo>
                  <a:cubicBezTo>
                    <a:pt x="61357" y="1762839"/>
                    <a:pt x="41037" y="1753949"/>
                    <a:pt x="28337" y="1742519"/>
                  </a:cubicBezTo>
                  <a:cubicBezTo>
                    <a:pt x="15637" y="1731089"/>
                    <a:pt x="5477" y="1717119"/>
                    <a:pt x="1667" y="1695529"/>
                  </a:cubicBezTo>
                  <a:cubicBezTo>
                    <a:pt x="-5953" y="1658699"/>
                    <a:pt x="14367" y="1578689"/>
                    <a:pt x="25797" y="1529159"/>
                  </a:cubicBezTo>
                  <a:cubicBezTo>
                    <a:pt x="35957" y="1488519"/>
                    <a:pt x="46117" y="1456769"/>
                    <a:pt x="62627" y="1421209"/>
                  </a:cubicBezTo>
                  <a:cubicBezTo>
                    <a:pt x="80407" y="1381839"/>
                    <a:pt x="105807" y="1343739"/>
                    <a:pt x="133747" y="1305639"/>
                  </a:cubicBezTo>
                  <a:cubicBezTo>
                    <a:pt x="164227" y="1262459"/>
                    <a:pt x="199787" y="1218009"/>
                    <a:pt x="240427" y="1177369"/>
                  </a:cubicBezTo>
                  <a:cubicBezTo>
                    <a:pt x="284877" y="1134189"/>
                    <a:pt x="326787" y="1097359"/>
                    <a:pt x="392827" y="1056719"/>
                  </a:cubicBezTo>
                  <a:cubicBezTo>
                    <a:pt x="491887" y="993219"/>
                    <a:pt x="678577" y="904319"/>
                    <a:pt x="792877" y="858599"/>
                  </a:cubicBezTo>
                  <a:cubicBezTo>
                    <a:pt x="874157" y="826849"/>
                    <a:pt x="936387" y="811609"/>
                    <a:pt x="1007507" y="793829"/>
                  </a:cubicBezTo>
                  <a:cubicBezTo>
                    <a:pt x="1077357" y="777319"/>
                    <a:pt x="1143397" y="758269"/>
                    <a:pt x="1215787" y="758269"/>
                  </a:cubicBezTo>
                  <a:cubicBezTo>
                    <a:pt x="1295797" y="756999"/>
                    <a:pt x="1405017" y="777319"/>
                    <a:pt x="1465977" y="796369"/>
                  </a:cubicBezTo>
                  <a:cubicBezTo>
                    <a:pt x="1504077" y="807799"/>
                    <a:pt x="1528207" y="820499"/>
                    <a:pt x="1553607" y="839549"/>
                  </a:cubicBezTo>
                  <a:cubicBezTo>
                    <a:pt x="1580277" y="857329"/>
                    <a:pt x="1605677" y="882729"/>
                    <a:pt x="1622187" y="909399"/>
                  </a:cubicBezTo>
                  <a:cubicBezTo>
                    <a:pt x="1639967" y="936069"/>
                    <a:pt x="1651397" y="966549"/>
                    <a:pt x="1657747" y="999569"/>
                  </a:cubicBezTo>
                  <a:cubicBezTo>
                    <a:pt x="1665367" y="1033859"/>
                    <a:pt x="1670447" y="1078309"/>
                    <a:pt x="1662827" y="1113869"/>
                  </a:cubicBezTo>
                  <a:cubicBezTo>
                    <a:pt x="1653937" y="1146889"/>
                    <a:pt x="1636157" y="1179909"/>
                    <a:pt x="1613297" y="1206579"/>
                  </a:cubicBezTo>
                  <a:cubicBezTo>
                    <a:pt x="1587897" y="1235789"/>
                    <a:pt x="1552337" y="1264999"/>
                    <a:pt x="1515507" y="1282779"/>
                  </a:cubicBezTo>
                  <a:cubicBezTo>
                    <a:pt x="1476137" y="1300559"/>
                    <a:pt x="1426607" y="1310719"/>
                    <a:pt x="1382157" y="1313259"/>
                  </a:cubicBezTo>
                  <a:cubicBezTo>
                    <a:pt x="1336437" y="1314529"/>
                    <a:pt x="1290717" y="1304369"/>
                    <a:pt x="1243727" y="1294209"/>
                  </a:cubicBezTo>
                  <a:cubicBezTo>
                    <a:pt x="1192927" y="1282779"/>
                    <a:pt x="1135777" y="1268809"/>
                    <a:pt x="1091327" y="1244679"/>
                  </a:cubicBezTo>
                  <a:cubicBezTo>
                    <a:pt x="1051957" y="1224359"/>
                    <a:pt x="1017667" y="1196419"/>
                    <a:pt x="988457" y="1165939"/>
                  </a:cubicBezTo>
                  <a:cubicBezTo>
                    <a:pt x="959247" y="1134189"/>
                    <a:pt x="935117" y="1098629"/>
                    <a:pt x="914797" y="1060529"/>
                  </a:cubicBezTo>
                  <a:cubicBezTo>
                    <a:pt x="893207" y="1021159"/>
                    <a:pt x="871617" y="975439"/>
                    <a:pt x="862727" y="930989"/>
                  </a:cubicBezTo>
                  <a:cubicBezTo>
                    <a:pt x="853837" y="885269"/>
                    <a:pt x="858917" y="835739"/>
                    <a:pt x="862727" y="786209"/>
                  </a:cubicBezTo>
                  <a:cubicBezTo>
                    <a:pt x="866537" y="736679"/>
                    <a:pt x="875427" y="683339"/>
                    <a:pt x="888127" y="633809"/>
                  </a:cubicBezTo>
                  <a:cubicBezTo>
                    <a:pt x="902097" y="581739"/>
                    <a:pt x="919877" y="534749"/>
                    <a:pt x="942737" y="482679"/>
                  </a:cubicBezTo>
                  <a:cubicBezTo>
                    <a:pt x="969407" y="422989"/>
                    <a:pt x="1001157" y="351869"/>
                    <a:pt x="1041797" y="294719"/>
                  </a:cubicBezTo>
                  <a:cubicBezTo>
                    <a:pt x="1081167" y="240109"/>
                    <a:pt x="1129427" y="191849"/>
                    <a:pt x="1182767" y="149939"/>
                  </a:cubicBezTo>
                  <a:cubicBezTo>
                    <a:pt x="1237377" y="108029"/>
                    <a:pt x="1302147" y="69929"/>
                    <a:pt x="1366917" y="45799"/>
                  </a:cubicBezTo>
                  <a:cubicBezTo>
                    <a:pt x="1430417" y="21669"/>
                    <a:pt x="1498997" y="14049"/>
                    <a:pt x="1570117" y="6429"/>
                  </a:cubicBezTo>
                  <a:cubicBezTo>
                    <a:pt x="1645047" y="-1191"/>
                    <a:pt x="1722517" y="79"/>
                    <a:pt x="1806337" y="79"/>
                  </a:cubicBezTo>
                  <a:cubicBezTo>
                    <a:pt x="1902857" y="1349"/>
                    <a:pt x="2019697" y="6429"/>
                    <a:pt x="2114947" y="15319"/>
                  </a:cubicBezTo>
                  <a:cubicBezTo>
                    <a:pt x="2197497" y="24209"/>
                    <a:pt x="2269887" y="35639"/>
                    <a:pt x="2344817" y="52149"/>
                  </a:cubicBezTo>
                  <a:cubicBezTo>
                    <a:pt x="2418477" y="68659"/>
                    <a:pt x="2518807" y="88979"/>
                    <a:pt x="2558177" y="114379"/>
                  </a:cubicBezTo>
                  <a:cubicBezTo>
                    <a:pt x="2578497" y="128349"/>
                    <a:pt x="2588657" y="142319"/>
                    <a:pt x="2593737" y="158829"/>
                  </a:cubicBezTo>
                  <a:cubicBezTo>
                    <a:pt x="2598817" y="175339"/>
                    <a:pt x="2598817" y="198199"/>
                    <a:pt x="2591197" y="214709"/>
                  </a:cubicBezTo>
                  <a:cubicBezTo>
                    <a:pt x="2584847" y="231219"/>
                    <a:pt x="2568337" y="247729"/>
                    <a:pt x="2551827" y="255349"/>
                  </a:cubicBezTo>
                  <a:cubicBezTo>
                    <a:pt x="2536587" y="262969"/>
                    <a:pt x="2495947" y="259159"/>
                    <a:pt x="2495947" y="25915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06228" y="2792730"/>
            <a:ext cx="218122" cy="218122"/>
            <a:chOff x="0" y="0"/>
            <a:chExt cx="290830" cy="2908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49530"/>
              <a:ext cx="186690" cy="190746"/>
            </a:xfrm>
            <a:custGeom>
              <a:avLst/>
              <a:gdLst/>
              <a:ahLst/>
              <a:cxnLst/>
              <a:rect r="r" b="b" t="t" l="l"/>
              <a:pathLst>
                <a:path h="190746" w="186690">
                  <a:moveTo>
                    <a:pt x="186690" y="67310"/>
                  </a:moveTo>
                  <a:cubicBezTo>
                    <a:pt x="186690" y="127000"/>
                    <a:pt x="179070" y="142240"/>
                    <a:pt x="170180" y="153670"/>
                  </a:cubicBezTo>
                  <a:cubicBezTo>
                    <a:pt x="161290" y="166370"/>
                    <a:pt x="148590" y="176530"/>
                    <a:pt x="134620" y="182880"/>
                  </a:cubicBezTo>
                  <a:cubicBezTo>
                    <a:pt x="120650" y="187960"/>
                    <a:pt x="104140" y="191770"/>
                    <a:pt x="90170" y="190500"/>
                  </a:cubicBezTo>
                  <a:cubicBezTo>
                    <a:pt x="74930" y="189230"/>
                    <a:pt x="58420" y="184150"/>
                    <a:pt x="45720" y="176530"/>
                  </a:cubicBezTo>
                  <a:cubicBezTo>
                    <a:pt x="33020" y="168910"/>
                    <a:pt x="21590" y="157480"/>
                    <a:pt x="13970" y="144780"/>
                  </a:cubicBezTo>
                  <a:cubicBezTo>
                    <a:pt x="6350" y="132080"/>
                    <a:pt x="1270" y="115570"/>
                    <a:pt x="0" y="101600"/>
                  </a:cubicBezTo>
                  <a:cubicBezTo>
                    <a:pt x="0" y="86360"/>
                    <a:pt x="2540" y="69850"/>
                    <a:pt x="8890" y="55880"/>
                  </a:cubicBezTo>
                  <a:cubicBezTo>
                    <a:pt x="15240" y="43180"/>
                    <a:pt x="25400" y="29210"/>
                    <a:pt x="36830" y="20320"/>
                  </a:cubicBezTo>
                  <a:cubicBezTo>
                    <a:pt x="48260" y="11430"/>
                    <a:pt x="63500" y="3810"/>
                    <a:pt x="78740" y="1270"/>
                  </a:cubicBezTo>
                  <a:cubicBezTo>
                    <a:pt x="92710" y="-1270"/>
                    <a:pt x="109220" y="0"/>
                    <a:pt x="123190" y="5080"/>
                  </a:cubicBezTo>
                  <a:cubicBezTo>
                    <a:pt x="138430" y="8890"/>
                    <a:pt x="162560" y="27940"/>
                    <a:pt x="162560" y="2794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613957" y="2214562"/>
            <a:ext cx="1764983" cy="1259205"/>
            <a:chOff x="0" y="0"/>
            <a:chExt cx="2353310" cy="1678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661" y="45928"/>
              <a:ext cx="2252195" cy="1583982"/>
            </a:xfrm>
            <a:custGeom>
              <a:avLst/>
              <a:gdLst/>
              <a:ahLst/>
              <a:cxnLst/>
              <a:rect r="r" b="b" t="t" l="l"/>
              <a:pathLst>
                <a:path h="1583982" w="2252195">
                  <a:moveTo>
                    <a:pt x="57289" y="92502"/>
                  </a:moveTo>
                  <a:cubicBezTo>
                    <a:pt x="299859" y="25192"/>
                    <a:pt x="348119" y="17572"/>
                    <a:pt x="411619" y="11222"/>
                  </a:cubicBezTo>
                  <a:cubicBezTo>
                    <a:pt x="491629" y="4872"/>
                    <a:pt x="605929" y="-6558"/>
                    <a:pt x="682129" y="4872"/>
                  </a:cubicBezTo>
                  <a:cubicBezTo>
                    <a:pt x="740549" y="13762"/>
                    <a:pt x="782459" y="35352"/>
                    <a:pt x="834529" y="58212"/>
                  </a:cubicBezTo>
                  <a:cubicBezTo>
                    <a:pt x="891679" y="83612"/>
                    <a:pt x="946289" y="109012"/>
                    <a:pt x="1011059" y="154732"/>
                  </a:cubicBezTo>
                  <a:cubicBezTo>
                    <a:pt x="1107579" y="222042"/>
                    <a:pt x="1266329" y="357932"/>
                    <a:pt x="1339989" y="445562"/>
                  </a:cubicBezTo>
                  <a:cubicBezTo>
                    <a:pt x="1388249" y="502712"/>
                    <a:pt x="1414919" y="549702"/>
                    <a:pt x="1440319" y="604312"/>
                  </a:cubicBezTo>
                  <a:cubicBezTo>
                    <a:pt x="1463179" y="657652"/>
                    <a:pt x="1480959" y="716072"/>
                    <a:pt x="1487309" y="766872"/>
                  </a:cubicBezTo>
                  <a:cubicBezTo>
                    <a:pt x="1492389" y="810052"/>
                    <a:pt x="1492389" y="849422"/>
                    <a:pt x="1483499" y="888792"/>
                  </a:cubicBezTo>
                  <a:cubicBezTo>
                    <a:pt x="1475879" y="925622"/>
                    <a:pt x="1460639" y="963722"/>
                    <a:pt x="1437779" y="994202"/>
                  </a:cubicBezTo>
                  <a:cubicBezTo>
                    <a:pt x="1413649" y="1027222"/>
                    <a:pt x="1378089" y="1057702"/>
                    <a:pt x="1341259" y="1078022"/>
                  </a:cubicBezTo>
                  <a:cubicBezTo>
                    <a:pt x="1306969" y="1097072"/>
                    <a:pt x="1267599" y="1105962"/>
                    <a:pt x="1226959" y="1114852"/>
                  </a:cubicBezTo>
                  <a:cubicBezTo>
                    <a:pt x="1182509" y="1125012"/>
                    <a:pt x="1129169" y="1135172"/>
                    <a:pt x="1085989" y="1135172"/>
                  </a:cubicBezTo>
                  <a:cubicBezTo>
                    <a:pt x="1047889" y="1135172"/>
                    <a:pt x="1009789" y="1136442"/>
                    <a:pt x="980579" y="1118662"/>
                  </a:cubicBezTo>
                  <a:cubicBezTo>
                    <a:pt x="945019" y="1097072"/>
                    <a:pt x="904379" y="1045002"/>
                    <a:pt x="898029" y="999282"/>
                  </a:cubicBezTo>
                  <a:cubicBezTo>
                    <a:pt x="890409" y="945942"/>
                    <a:pt x="928509" y="855772"/>
                    <a:pt x="961529" y="815132"/>
                  </a:cubicBezTo>
                  <a:cubicBezTo>
                    <a:pt x="986929" y="783382"/>
                    <a:pt x="1017409" y="774492"/>
                    <a:pt x="1058049" y="757982"/>
                  </a:cubicBezTo>
                  <a:cubicBezTo>
                    <a:pt x="1117739" y="731312"/>
                    <a:pt x="1215529" y="700832"/>
                    <a:pt x="1292999" y="690672"/>
                  </a:cubicBezTo>
                  <a:cubicBezTo>
                    <a:pt x="1364119" y="680512"/>
                    <a:pt x="1446669" y="681782"/>
                    <a:pt x="1503819" y="689402"/>
                  </a:cubicBezTo>
                  <a:cubicBezTo>
                    <a:pt x="1544459" y="695752"/>
                    <a:pt x="1564779" y="703372"/>
                    <a:pt x="1605419" y="719882"/>
                  </a:cubicBezTo>
                  <a:cubicBezTo>
                    <a:pt x="1675269" y="749092"/>
                    <a:pt x="1804809" y="824022"/>
                    <a:pt x="1874659" y="865932"/>
                  </a:cubicBezTo>
                  <a:cubicBezTo>
                    <a:pt x="1920379" y="893872"/>
                    <a:pt x="1952129" y="912922"/>
                    <a:pt x="1985149" y="940862"/>
                  </a:cubicBezTo>
                  <a:cubicBezTo>
                    <a:pt x="2018169" y="968802"/>
                    <a:pt x="2043569" y="994202"/>
                    <a:pt x="2072779" y="1032302"/>
                  </a:cubicBezTo>
                  <a:cubicBezTo>
                    <a:pt x="2110879" y="1081832"/>
                    <a:pt x="2155329" y="1160572"/>
                    <a:pt x="2183269" y="1222802"/>
                  </a:cubicBezTo>
                  <a:cubicBezTo>
                    <a:pt x="2208669" y="1277412"/>
                    <a:pt x="2227719" y="1332022"/>
                    <a:pt x="2239149" y="1382822"/>
                  </a:cubicBezTo>
                  <a:cubicBezTo>
                    <a:pt x="2248039" y="1427272"/>
                    <a:pt x="2256929" y="1479342"/>
                    <a:pt x="2249309" y="1511092"/>
                  </a:cubicBezTo>
                  <a:cubicBezTo>
                    <a:pt x="2242959" y="1532682"/>
                    <a:pt x="2227719" y="1550462"/>
                    <a:pt x="2216289" y="1561892"/>
                  </a:cubicBezTo>
                  <a:cubicBezTo>
                    <a:pt x="2208669" y="1569512"/>
                    <a:pt x="2201049" y="1574592"/>
                    <a:pt x="2189619" y="1577132"/>
                  </a:cubicBezTo>
                  <a:cubicBezTo>
                    <a:pt x="2174379" y="1580942"/>
                    <a:pt x="2145169" y="1582212"/>
                    <a:pt x="2129929" y="1578402"/>
                  </a:cubicBezTo>
                  <a:cubicBezTo>
                    <a:pt x="2118499" y="1577132"/>
                    <a:pt x="2110879" y="1573322"/>
                    <a:pt x="2101989" y="1565702"/>
                  </a:cubicBezTo>
                  <a:cubicBezTo>
                    <a:pt x="2089289" y="1555542"/>
                    <a:pt x="2072779" y="1531412"/>
                    <a:pt x="2066429" y="1516172"/>
                  </a:cubicBezTo>
                  <a:cubicBezTo>
                    <a:pt x="2062619" y="1506012"/>
                    <a:pt x="2061349" y="1497122"/>
                    <a:pt x="2062619" y="1485692"/>
                  </a:cubicBezTo>
                  <a:cubicBezTo>
                    <a:pt x="2063889" y="1470452"/>
                    <a:pt x="2071509" y="1443782"/>
                    <a:pt x="2082939" y="1429812"/>
                  </a:cubicBezTo>
                  <a:cubicBezTo>
                    <a:pt x="2094369" y="1414572"/>
                    <a:pt x="2114689" y="1400602"/>
                    <a:pt x="2133739" y="1396792"/>
                  </a:cubicBezTo>
                  <a:cubicBezTo>
                    <a:pt x="2152789" y="1391712"/>
                    <a:pt x="2178189" y="1395522"/>
                    <a:pt x="2194699" y="1400602"/>
                  </a:cubicBezTo>
                  <a:cubicBezTo>
                    <a:pt x="2204859" y="1404412"/>
                    <a:pt x="2212479" y="1410762"/>
                    <a:pt x="2220099" y="1417112"/>
                  </a:cubicBezTo>
                  <a:cubicBezTo>
                    <a:pt x="2227719" y="1424732"/>
                    <a:pt x="2234069" y="1431082"/>
                    <a:pt x="2239149" y="1441242"/>
                  </a:cubicBezTo>
                  <a:cubicBezTo>
                    <a:pt x="2245499" y="1456482"/>
                    <a:pt x="2253119" y="1481882"/>
                    <a:pt x="2250579" y="1500932"/>
                  </a:cubicBezTo>
                  <a:cubicBezTo>
                    <a:pt x="2248039" y="1519982"/>
                    <a:pt x="2237879" y="1541572"/>
                    <a:pt x="2223909" y="1555542"/>
                  </a:cubicBezTo>
                  <a:cubicBezTo>
                    <a:pt x="2209939" y="1568242"/>
                    <a:pt x="2185809" y="1578402"/>
                    <a:pt x="2169299" y="1582212"/>
                  </a:cubicBezTo>
                  <a:cubicBezTo>
                    <a:pt x="2159139" y="1584752"/>
                    <a:pt x="2150249" y="1584752"/>
                    <a:pt x="2138819" y="1580942"/>
                  </a:cubicBezTo>
                  <a:cubicBezTo>
                    <a:pt x="2123579" y="1577132"/>
                    <a:pt x="2099449" y="1565702"/>
                    <a:pt x="2086749" y="1551732"/>
                  </a:cubicBezTo>
                  <a:cubicBezTo>
                    <a:pt x="2074049" y="1537762"/>
                    <a:pt x="2068969" y="1518712"/>
                    <a:pt x="2062619" y="1495852"/>
                  </a:cubicBezTo>
                  <a:cubicBezTo>
                    <a:pt x="2053729" y="1464102"/>
                    <a:pt x="2061349" y="1414572"/>
                    <a:pt x="2049919" y="1373932"/>
                  </a:cubicBezTo>
                  <a:cubicBezTo>
                    <a:pt x="2035949" y="1325672"/>
                    <a:pt x="2006739" y="1274872"/>
                    <a:pt x="1980069" y="1227882"/>
                  </a:cubicBezTo>
                  <a:cubicBezTo>
                    <a:pt x="1952129" y="1180892"/>
                    <a:pt x="1927999" y="1131362"/>
                    <a:pt x="1886089" y="1089452"/>
                  </a:cubicBezTo>
                  <a:cubicBezTo>
                    <a:pt x="1835289" y="1041192"/>
                    <a:pt x="1750199" y="994202"/>
                    <a:pt x="1689239" y="961182"/>
                  </a:cubicBezTo>
                  <a:cubicBezTo>
                    <a:pt x="1639709" y="934512"/>
                    <a:pt x="1595259" y="916732"/>
                    <a:pt x="1548269" y="901492"/>
                  </a:cubicBezTo>
                  <a:cubicBezTo>
                    <a:pt x="1503819" y="886252"/>
                    <a:pt x="1460639" y="872282"/>
                    <a:pt x="1413649" y="869742"/>
                  </a:cubicBezTo>
                  <a:cubicBezTo>
                    <a:pt x="1361579" y="867202"/>
                    <a:pt x="1303159" y="874822"/>
                    <a:pt x="1247279" y="888792"/>
                  </a:cubicBezTo>
                  <a:cubicBezTo>
                    <a:pt x="1188859" y="902762"/>
                    <a:pt x="1070749" y="949752"/>
                    <a:pt x="1072019" y="957372"/>
                  </a:cubicBezTo>
                  <a:cubicBezTo>
                    <a:pt x="1073289" y="963722"/>
                    <a:pt x="1146949" y="956102"/>
                    <a:pt x="1183779" y="949752"/>
                  </a:cubicBezTo>
                  <a:cubicBezTo>
                    <a:pt x="1220609" y="942132"/>
                    <a:pt x="1270139" y="938322"/>
                    <a:pt x="1295539" y="914192"/>
                  </a:cubicBezTo>
                  <a:cubicBezTo>
                    <a:pt x="1320939" y="890062"/>
                    <a:pt x="1333639" y="841802"/>
                    <a:pt x="1336179" y="803702"/>
                  </a:cubicBezTo>
                  <a:cubicBezTo>
                    <a:pt x="1337449" y="764332"/>
                    <a:pt x="1323479" y="722422"/>
                    <a:pt x="1308239" y="683052"/>
                  </a:cubicBezTo>
                  <a:cubicBezTo>
                    <a:pt x="1290459" y="639872"/>
                    <a:pt x="1271409" y="601772"/>
                    <a:pt x="1232039" y="554782"/>
                  </a:cubicBezTo>
                  <a:cubicBezTo>
                    <a:pt x="1169809" y="478582"/>
                    <a:pt x="1037729" y="361742"/>
                    <a:pt x="937399" y="295702"/>
                  </a:cubicBezTo>
                  <a:cubicBezTo>
                    <a:pt x="849769" y="238552"/>
                    <a:pt x="739279" y="187752"/>
                    <a:pt x="669429" y="168702"/>
                  </a:cubicBezTo>
                  <a:cubicBezTo>
                    <a:pt x="627519" y="157272"/>
                    <a:pt x="608469" y="159812"/>
                    <a:pt x="566559" y="159812"/>
                  </a:cubicBezTo>
                  <a:cubicBezTo>
                    <a:pt x="496709" y="161082"/>
                    <a:pt x="376059" y="173782"/>
                    <a:pt x="289699" y="190292"/>
                  </a:cubicBezTo>
                  <a:cubicBezTo>
                    <a:pt x="210959" y="205532"/>
                    <a:pt x="114439" y="260142"/>
                    <a:pt x="67449" y="253792"/>
                  </a:cubicBezTo>
                  <a:cubicBezTo>
                    <a:pt x="43319" y="249982"/>
                    <a:pt x="28079" y="237282"/>
                    <a:pt x="16649" y="223312"/>
                  </a:cubicBezTo>
                  <a:cubicBezTo>
                    <a:pt x="6489" y="208072"/>
                    <a:pt x="-1131" y="185212"/>
                    <a:pt x="139" y="167432"/>
                  </a:cubicBezTo>
                  <a:cubicBezTo>
                    <a:pt x="139" y="148382"/>
                    <a:pt x="12839" y="125522"/>
                    <a:pt x="24269" y="112822"/>
                  </a:cubicBezTo>
                  <a:cubicBezTo>
                    <a:pt x="33159" y="102662"/>
                    <a:pt x="57289" y="92502"/>
                    <a:pt x="57289" y="92502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250352" y="3481388"/>
            <a:ext cx="218122" cy="218122"/>
            <a:chOff x="0" y="0"/>
            <a:chExt cx="290830" cy="2908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483" y="49479"/>
              <a:ext cx="185737" cy="190551"/>
            </a:xfrm>
            <a:custGeom>
              <a:avLst/>
              <a:gdLst/>
              <a:ahLst/>
              <a:cxnLst/>
              <a:rect r="r" b="b" t="t" l="l"/>
              <a:pathLst>
                <a:path h="190551" w="185737">
                  <a:moveTo>
                    <a:pt x="185737" y="66091"/>
                  </a:moveTo>
                  <a:cubicBezTo>
                    <a:pt x="185737" y="127051"/>
                    <a:pt x="179387" y="142291"/>
                    <a:pt x="169227" y="153721"/>
                  </a:cubicBezTo>
                  <a:cubicBezTo>
                    <a:pt x="160337" y="165151"/>
                    <a:pt x="147637" y="175311"/>
                    <a:pt x="133667" y="181661"/>
                  </a:cubicBezTo>
                  <a:cubicBezTo>
                    <a:pt x="120967" y="188011"/>
                    <a:pt x="104457" y="190551"/>
                    <a:pt x="89217" y="19055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6261"/>
                    <a:pt x="13017" y="143561"/>
                  </a:cubicBezTo>
                  <a:cubicBezTo>
                    <a:pt x="5397" y="132131"/>
                    <a:pt x="317" y="115621"/>
                    <a:pt x="317" y="100381"/>
                  </a:cubicBezTo>
                  <a:cubicBezTo>
                    <a:pt x="-953" y="86411"/>
                    <a:pt x="1587" y="68631"/>
                    <a:pt x="7937" y="55931"/>
                  </a:cubicBezTo>
                  <a:cubicBezTo>
                    <a:pt x="14287" y="41961"/>
                    <a:pt x="24447" y="29261"/>
                    <a:pt x="35877" y="20371"/>
                  </a:cubicBezTo>
                  <a:cubicBezTo>
                    <a:pt x="47307" y="1021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8941"/>
                    <a:pt x="162877" y="27991"/>
                    <a:pt x="162877" y="27991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-2770055">
            <a:off x="8735491" y="238625"/>
            <a:ext cx="644640" cy="587209"/>
          </a:xfrm>
          <a:custGeom>
            <a:avLst/>
            <a:gdLst/>
            <a:ahLst/>
            <a:cxnLst/>
            <a:rect r="r" b="b" t="t" l="l"/>
            <a:pathLst>
              <a:path h="587209" w="644640">
                <a:moveTo>
                  <a:pt x="0" y="0"/>
                </a:moveTo>
                <a:lnTo>
                  <a:pt x="644640" y="0"/>
                </a:lnTo>
                <a:lnTo>
                  <a:pt x="644640" y="587209"/>
                </a:lnTo>
                <a:lnTo>
                  <a:pt x="0" y="5872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377318" y="1969090"/>
            <a:ext cx="7533363" cy="35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3"/>
              </a:lnSpc>
            </a:pPr>
            <a:r>
              <a:rPr lang="en-US" sz="16145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GUSTOSO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03877" y="537088"/>
            <a:ext cx="3680246" cy="202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2"/>
              </a:lnSpc>
            </a:pPr>
            <a:r>
              <a:rPr lang="en-US" sz="9644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MONDO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83985" y="5583443"/>
            <a:ext cx="9603850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Scripter"/>
                <a:ea typeface="Scripter"/>
                <a:cs typeface="Scripter"/>
                <a:sym typeface="Scripter"/>
              </a:rPr>
              <a:t>Benedettini Marco, Macchia Francesco, Randazzo Kevin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349342">
            <a:off x="12413832" y="-217777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1922" y="5633169"/>
            <a:ext cx="5653420" cy="5499236"/>
          </a:xfrm>
          <a:custGeom>
            <a:avLst/>
            <a:gdLst/>
            <a:ahLst/>
            <a:cxnLst/>
            <a:rect r="r" b="b" t="t" l="l"/>
            <a:pathLst>
              <a:path h="5499236" w="5653420">
                <a:moveTo>
                  <a:pt x="0" y="0"/>
                </a:moveTo>
                <a:lnTo>
                  <a:pt x="5653420" y="0"/>
                </a:lnTo>
                <a:lnTo>
                  <a:pt x="5653420" y="5499236"/>
                </a:lnTo>
                <a:lnTo>
                  <a:pt x="0" y="549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921797">
            <a:off x="-2255956" y="330300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1466" y="4488603"/>
            <a:ext cx="2393579" cy="2289132"/>
          </a:xfrm>
          <a:custGeom>
            <a:avLst/>
            <a:gdLst/>
            <a:ahLst/>
            <a:cxnLst/>
            <a:rect r="r" b="b" t="t" l="l"/>
            <a:pathLst>
              <a:path h="2289132" w="2393579">
                <a:moveTo>
                  <a:pt x="0" y="0"/>
                </a:moveTo>
                <a:lnTo>
                  <a:pt x="2393579" y="0"/>
                </a:lnTo>
                <a:lnTo>
                  <a:pt x="2393579" y="2289132"/>
                </a:lnTo>
                <a:lnTo>
                  <a:pt x="0" y="22891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58620" y="-1175166"/>
            <a:ext cx="5704814" cy="5704814"/>
          </a:xfrm>
          <a:custGeom>
            <a:avLst/>
            <a:gdLst/>
            <a:ahLst/>
            <a:cxnLst/>
            <a:rect r="r" b="b" t="t" l="l"/>
            <a:pathLst>
              <a:path h="5704814" w="5704814">
                <a:moveTo>
                  <a:pt x="0" y="0"/>
                </a:moveTo>
                <a:lnTo>
                  <a:pt x="5704814" y="0"/>
                </a:lnTo>
                <a:lnTo>
                  <a:pt x="5704814" y="5704813"/>
                </a:lnTo>
                <a:lnTo>
                  <a:pt x="0" y="57048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522491">
            <a:off x="4040546" y="-380160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0" y="0"/>
                </a:moveTo>
                <a:lnTo>
                  <a:pt x="2299939" y="0"/>
                </a:lnTo>
                <a:lnTo>
                  <a:pt x="229993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58577" y="8527122"/>
            <a:ext cx="3882791" cy="1877859"/>
          </a:xfrm>
          <a:custGeom>
            <a:avLst/>
            <a:gdLst/>
            <a:ahLst/>
            <a:cxnLst/>
            <a:rect r="r" b="b" t="t" l="l"/>
            <a:pathLst>
              <a:path h="1877859" w="3882791">
                <a:moveTo>
                  <a:pt x="0" y="0"/>
                </a:moveTo>
                <a:lnTo>
                  <a:pt x="3882791" y="0"/>
                </a:lnTo>
                <a:lnTo>
                  <a:pt x="3882791" y="1877859"/>
                </a:lnTo>
                <a:lnTo>
                  <a:pt x="0" y="18778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472419">
            <a:off x="2498738" y="4254318"/>
            <a:ext cx="831323" cy="1054563"/>
          </a:xfrm>
          <a:custGeom>
            <a:avLst/>
            <a:gdLst/>
            <a:ahLst/>
            <a:cxnLst/>
            <a:rect r="r" b="b" t="t" l="l"/>
            <a:pathLst>
              <a:path h="1054563" w="831323">
                <a:moveTo>
                  <a:pt x="0" y="0"/>
                </a:moveTo>
                <a:lnTo>
                  <a:pt x="831323" y="0"/>
                </a:lnTo>
                <a:lnTo>
                  <a:pt x="831323" y="1054563"/>
                </a:lnTo>
                <a:lnTo>
                  <a:pt x="0" y="1054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55654" r="-12073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21011" y="648540"/>
            <a:ext cx="1334956" cy="2390842"/>
          </a:xfrm>
          <a:custGeom>
            <a:avLst/>
            <a:gdLst/>
            <a:ahLst/>
            <a:cxnLst/>
            <a:rect r="r" b="b" t="t" l="l"/>
            <a:pathLst>
              <a:path h="2390842" w="1334956">
                <a:moveTo>
                  <a:pt x="0" y="0"/>
                </a:moveTo>
                <a:lnTo>
                  <a:pt x="1334955" y="0"/>
                </a:lnTo>
                <a:lnTo>
                  <a:pt x="1334955" y="2390842"/>
                </a:lnTo>
                <a:lnTo>
                  <a:pt x="0" y="2390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27030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09544" y="2697323"/>
            <a:ext cx="2699511" cy="2729285"/>
          </a:xfrm>
          <a:custGeom>
            <a:avLst/>
            <a:gdLst/>
            <a:ahLst/>
            <a:cxnLst/>
            <a:rect r="r" b="b" t="t" l="l"/>
            <a:pathLst>
              <a:path h="2729285" w="2699511">
                <a:moveTo>
                  <a:pt x="0" y="0"/>
                </a:moveTo>
                <a:lnTo>
                  <a:pt x="2699512" y="0"/>
                </a:lnTo>
                <a:lnTo>
                  <a:pt x="2699512" y="2729286"/>
                </a:lnTo>
                <a:lnTo>
                  <a:pt x="0" y="27292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44217" y="6760418"/>
            <a:ext cx="1141655" cy="1314766"/>
          </a:xfrm>
          <a:custGeom>
            <a:avLst/>
            <a:gdLst/>
            <a:ahLst/>
            <a:cxnLst/>
            <a:rect r="r" b="b" t="t" l="l"/>
            <a:pathLst>
              <a:path h="1314766" w="1141655">
                <a:moveTo>
                  <a:pt x="0" y="0"/>
                </a:moveTo>
                <a:lnTo>
                  <a:pt x="1141656" y="0"/>
                </a:lnTo>
                <a:lnTo>
                  <a:pt x="1141656" y="1314766"/>
                </a:lnTo>
                <a:lnTo>
                  <a:pt x="0" y="13147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29691" t="-380022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3253" y="6956534"/>
            <a:ext cx="801067" cy="922533"/>
          </a:xfrm>
          <a:custGeom>
            <a:avLst/>
            <a:gdLst/>
            <a:ahLst/>
            <a:cxnLst/>
            <a:rect r="r" b="b" t="t" l="l"/>
            <a:pathLst>
              <a:path h="922533" w="801067">
                <a:moveTo>
                  <a:pt x="0" y="0"/>
                </a:moveTo>
                <a:lnTo>
                  <a:pt x="801067" y="0"/>
                </a:lnTo>
                <a:lnTo>
                  <a:pt x="801067" y="922534"/>
                </a:lnTo>
                <a:lnTo>
                  <a:pt x="0" y="9225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29691" t="-380022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997481" y="2841057"/>
            <a:ext cx="8243888" cy="1152525"/>
            <a:chOff x="0" y="0"/>
            <a:chExt cx="10991850" cy="1536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038" y="41329"/>
              <a:ext cx="10895874" cy="1457233"/>
            </a:xfrm>
            <a:custGeom>
              <a:avLst/>
              <a:gdLst/>
              <a:ahLst/>
              <a:cxnLst/>
              <a:rect r="r" b="b" t="t" l="l"/>
              <a:pathLst>
                <a:path h="1457233" w="10895874">
                  <a:moveTo>
                    <a:pt x="642302" y="85671"/>
                  </a:moveTo>
                  <a:cubicBezTo>
                    <a:pt x="3368992" y="105991"/>
                    <a:pt x="5103812" y="80591"/>
                    <a:pt x="6451282" y="64081"/>
                  </a:cubicBezTo>
                  <a:cubicBezTo>
                    <a:pt x="7727632" y="48841"/>
                    <a:pt x="9685972" y="-26089"/>
                    <a:pt x="10178732" y="9471"/>
                  </a:cubicBezTo>
                  <a:cubicBezTo>
                    <a:pt x="10301922" y="19631"/>
                    <a:pt x="10334942" y="23441"/>
                    <a:pt x="10407332" y="47571"/>
                  </a:cubicBezTo>
                  <a:cubicBezTo>
                    <a:pt x="10479722" y="71701"/>
                    <a:pt x="10552112" y="109801"/>
                    <a:pt x="10613072" y="156791"/>
                  </a:cubicBezTo>
                  <a:cubicBezTo>
                    <a:pt x="10674032" y="202511"/>
                    <a:pt x="10729912" y="260931"/>
                    <a:pt x="10771822" y="324431"/>
                  </a:cubicBezTo>
                  <a:cubicBezTo>
                    <a:pt x="10815002" y="387931"/>
                    <a:pt x="10849292" y="461591"/>
                    <a:pt x="10869612" y="535251"/>
                  </a:cubicBezTo>
                  <a:cubicBezTo>
                    <a:pt x="10889932" y="608911"/>
                    <a:pt x="10898822" y="690191"/>
                    <a:pt x="10895012" y="766391"/>
                  </a:cubicBezTo>
                  <a:cubicBezTo>
                    <a:pt x="10891202" y="842591"/>
                    <a:pt x="10873422" y="921331"/>
                    <a:pt x="10844212" y="992451"/>
                  </a:cubicBezTo>
                  <a:cubicBezTo>
                    <a:pt x="10816272" y="1063571"/>
                    <a:pt x="10774362" y="1133421"/>
                    <a:pt x="10724832" y="1191841"/>
                  </a:cubicBezTo>
                  <a:cubicBezTo>
                    <a:pt x="10675302" y="1248991"/>
                    <a:pt x="10614342" y="1302331"/>
                    <a:pt x="10548302" y="1341701"/>
                  </a:cubicBezTo>
                  <a:cubicBezTo>
                    <a:pt x="10483532" y="1381071"/>
                    <a:pt x="10407332" y="1411551"/>
                    <a:pt x="10332402" y="1426791"/>
                  </a:cubicBezTo>
                  <a:cubicBezTo>
                    <a:pt x="10258742" y="1443301"/>
                    <a:pt x="10177462" y="1448381"/>
                    <a:pt x="10101262" y="1439491"/>
                  </a:cubicBezTo>
                  <a:cubicBezTo>
                    <a:pt x="10025062" y="1431871"/>
                    <a:pt x="9946322" y="1410281"/>
                    <a:pt x="9877742" y="1377261"/>
                  </a:cubicBezTo>
                  <a:cubicBezTo>
                    <a:pt x="9807892" y="1345511"/>
                    <a:pt x="9740582" y="1299791"/>
                    <a:pt x="9685972" y="1247721"/>
                  </a:cubicBezTo>
                  <a:cubicBezTo>
                    <a:pt x="9630092" y="1195651"/>
                    <a:pt x="9580562" y="1130881"/>
                    <a:pt x="9545002" y="1062301"/>
                  </a:cubicBezTo>
                  <a:cubicBezTo>
                    <a:pt x="9509442" y="994991"/>
                    <a:pt x="9484042" y="918791"/>
                    <a:pt x="9471342" y="842591"/>
                  </a:cubicBezTo>
                  <a:cubicBezTo>
                    <a:pt x="9458642" y="767661"/>
                    <a:pt x="9458642" y="686381"/>
                    <a:pt x="9471342" y="611451"/>
                  </a:cubicBezTo>
                  <a:cubicBezTo>
                    <a:pt x="9484042" y="535251"/>
                    <a:pt x="9509442" y="459051"/>
                    <a:pt x="9545002" y="390471"/>
                  </a:cubicBezTo>
                  <a:cubicBezTo>
                    <a:pt x="9580562" y="323161"/>
                    <a:pt x="9630092" y="258391"/>
                    <a:pt x="9685972" y="206321"/>
                  </a:cubicBezTo>
                  <a:cubicBezTo>
                    <a:pt x="9740582" y="154251"/>
                    <a:pt x="9807892" y="108531"/>
                    <a:pt x="9877742" y="76781"/>
                  </a:cubicBezTo>
                  <a:cubicBezTo>
                    <a:pt x="9947592" y="43761"/>
                    <a:pt x="10025062" y="22171"/>
                    <a:pt x="10101262" y="14551"/>
                  </a:cubicBezTo>
                  <a:cubicBezTo>
                    <a:pt x="10177462" y="5661"/>
                    <a:pt x="10258742" y="10741"/>
                    <a:pt x="10332402" y="27251"/>
                  </a:cubicBezTo>
                  <a:cubicBezTo>
                    <a:pt x="10407332" y="43761"/>
                    <a:pt x="10483532" y="72971"/>
                    <a:pt x="10548302" y="112341"/>
                  </a:cubicBezTo>
                  <a:cubicBezTo>
                    <a:pt x="10614342" y="151711"/>
                    <a:pt x="10676572" y="205051"/>
                    <a:pt x="10724832" y="263471"/>
                  </a:cubicBezTo>
                  <a:cubicBezTo>
                    <a:pt x="10774362" y="320621"/>
                    <a:pt x="10816272" y="390471"/>
                    <a:pt x="10845482" y="461591"/>
                  </a:cubicBezTo>
                  <a:cubicBezTo>
                    <a:pt x="10873422" y="532711"/>
                    <a:pt x="10891202" y="612721"/>
                    <a:pt x="10895012" y="688921"/>
                  </a:cubicBezTo>
                  <a:cubicBezTo>
                    <a:pt x="10898822" y="765121"/>
                    <a:pt x="10889932" y="845131"/>
                    <a:pt x="10869612" y="918791"/>
                  </a:cubicBezTo>
                  <a:cubicBezTo>
                    <a:pt x="10849292" y="992451"/>
                    <a:pt x="10815002" y="1066111"/>
                    <a:pt x="10771822" y="1129611"/>
                  </a:cubicBezTo>
                  <a:cubicBezTo>
                    <a:pt x="10729912" y="1193111"/>
                    <a:pt x="10672762" y="1251531"/>
                    <a:pt x="10613072" y="1298521"/>
                  </a:cubicBezTo>
                  <a:cubicBezTo>
                    <a:pt x="10552112" y="1344241"/>
                    <a:pt x="10479722" y="1382341"/>
                    <a:pt x="10407332" y="1406471"/>
                  </a:cubicBezTo>
                  <a:cubicBezTo>
                    <a:pt x="10334942" y="1430601"/>
                    <a:pt x="10308272" y="1434411"/>
                    <a:pt x="10178732" y="1444571"/>
                  </a:cubicBezTo>
                  <a:cubicBezTo>
                    <a:pt x="9475152" y="1496641"/>
                    <a:pt x="4867592" y="1372181"/>
                    <a:pt x="3346132" y="1358211"/>
                  </a:cubicBezTo>
                  <a:cubicBezTo>
                    <a:pt x="2582862" y="1350591"/>
                    <a:pt x="2120582" y="1345511"/>
                    <a:pt x="1626552" y="1349321"/>
                  </a:cubicBezTo>
                  <a:cubicBezTo>
                    <a:pt x="1253172" y="1351861"/>
                    <a:pt x="827722" y="1378531"/>
                    <a:pt x="642302" y="1368371"/>
                  </a:cubicBezTo>
                  <a:cubicBezTo>
                    <a:pt x="568642" y="1364561"/>
                    <a:pt x="538162" y="1362021"/>
                    <a:pt x="488632" y="1350591"/>
                  </a:cubicBezTo>
                  <a:cubicBezTo>
                    <a:pt x="439102" y="1337891"/>
                    <a:pt x="389572" y="1318841"/>
                    <a:pt x="343852" y="1294711"/>
                  </a:cubicBezTo>
                  <a:cubicBezTo>
                    <a:pt x="298132" y="1271851"/>
                    <a:pt x="254952" y="1241371"/>
                    <a:pt x="216852" y="1207081"/>
                  </a:cubicBezTo>
                  <a:cubicBezTo>
                    <a:pt x="178752" y="1172791"/>
                    <a:pt x="143192" y="1133421"/>
                    <a:pt x="113982" y="1091511"/>
                  </a:cubicBezTo>
                  <a:cubicBezTo>
                    <a:pt x="84772" y="1049601"/>
                    <a:pt x="60642" y="1002611"/>
                    <a:pt x="41592" y="954351"/>
                  </a:cubicBezTo>
                  <a:cubicBezTo>
                    <a:pt x="23812" y="907361"/>
                    <a:pt x="11112" y="855291"/>
                    <a:pt x="4762" y="804491"/>
                  </a:cubicBezTo>
                  <a:cubicBezTo>
                    <a:pt x="-1588" y="753691"/>
                    <a:pt x="-1588" y="700351"/>
                    <a:pt x="4762" y="649551"/>
                  </a:cubicBezTo>
                  <a:cubicBezTo>
                    <a:pt x="11112" y="598751"/>
                    <a:pt x="23812" y="547951"/>
                    <a:pt x="41592" y="499691"/>
                  </a:cubicBezTo>
                  <a:cubicBezTo>
                    <a:pt x="60642" y="451431"/>
                    <a:pt x="84772" y="404441"/>
                    <a:pt x="113982" y="362531"/>
                  </a:cubicBezTo>
                  <a:cubicBezTo>
                    <a:pt x="143192" y="320621"/>
                    <a:pt x="178752" y="281251"/>
                    <a:pt x="216852" y="246961"/>
                  </a:cubicBezTo>
                  <a:cubicBezTo>
                    <a:pt x="254952" y="212671"/>
                    <a:pt x="298132" y="182191"/>
                    <a:pt x="343852" y="159331"/>
                  </a:cubicBezTo>
                  <a:cubicBezTo>
                    <a:pt x="389572" y="135201"/>
                    <a:pt x="439102" y="116151"/>
                    <a:pt x="488632" y="103451"/>
                  </a:cubicBezTo>
                  <a:cubicBezTo>
                    <a:pt x="538162" y="92021"/>
                    <a:pt x="642302" y="85671"/>
                    <a:pt x="642302" y="85671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248941" y="1643765"/>
            <a:ext cx="686752" cy="580072"/>
            <a:chOff x="0" y="0"/>
            <a:chExt cx="915670" cy="7734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805" y="49212"/>
              <a:ext cx="814685" cy="672286"/>
            </a:xfrm>
            <a:custGeom>
              <a:avLst/>
              <a:gdLst/>
              <a:ahLst/>
              <a:cxnLst/>
              <a:rect r="r" b="b" t="t" l="l"/>
              <a:pathLst>
                <a:path h="672286" w="814685">
                  <a:moveTo>
                    <a:pt x="618215" y="644208"/>
                  </a:moveTo>
                  <a:cubicBezTo>
                    <a:pt x="246105" y="333058"/>
                    <a:pt x="60685" y="245428"/>
                    <a:pt x="17505" y="183198"/>
                  </a:cubicBezTo>
                  <a:cubicBezTo>
                    <a:pt x="-275" y="155258"/>
                    <a:pt x="-1545" y="132398"/>
                    <a:pt x="995" y="108268"/>
                  </a:cubicBezTo>
                  <a:cubicBezTo>
                    <a:pt x="3535" y="84138"/>
                    <a:pt x="16235" y="57468"/>
                    <a:pt x="32745" y="39688"/>
                  </a:cubicBezTo>
                  <a:cubicBezTo>
                    <a:pt x="49255" y="21908"/>
                    <a:pt x="79735" y="7938"/>
                    <a:pt x="98785" y="2858"/>
                  </a:cubicBezTo>
                  <a:cubicBezTo>
                    <a:pt x="114025" y="-952"/>
                    <a:pt x="124185" y="-952"/>
                    <a:pt x="138155" y="2858"/>
                  </a:cubicBezTo>
                  <a:cubicBezTo>
                    <a:pt x="158475" y="7938"/>
                    <a:pt x="188955" y="20638"/>
                    <a:pt x="205465" y="37148"/>
                  </a:cubicBezTo>
                  <a:cubicBezTo>
                    <a:pt x="221975" y="54928"/>
                    <a:pt x="235945" y="82868"/>
                    <a:pt x="238485" y="106998"/>
                  </a:cubicBezTo>
                  <a:cubicBezTo>
                    <a:pt x="241025" y="129858"/>
                    <a:pt x="230865" y="162878"/>
                    <a:pt x="221975" y="180658"/>
                  </a:cubicBezTo>
                  <a:cubicBezTo>
                    <a:pt x="215625" y="194628"/>
                    <a:pt x="209275" y="202248"/>
                    <a:pt x="197845" y="211138"/>
                  </a:cubicBezTo>
                  <a:cubicBezTo>
                    <a:pt x="181335" y="222568"/>
                    <a:pt x="147045" y="236538"/>
                    <a:pt x="126725" y="239078"/>
                  </a:cubicBezTo>
                  <a:cubicBezTo>
                    <a:pt x="112755" y="241618"/>
                    <a:pt x="102595" y="240348"/>
                    <a:pt x="88625" y="235268"/>
                  </a:cubicBezTo>
                  <a:cubicBezTo>
                    <a:pt x="69575" y="228918"/>
                    <a:pt x="40365" y="212408"/>
                    <a:pt x="25125" y="193358"/>
                  </a:cubicBezTo>
                  <a:cubicBezTo>
                    <a:pt x="11155" y="174308"/>
                    <a:pt x="995" y="145098"/>
                    <a:pt x="995" y="120968"/>
                  </a:cubicBezTo>
                  <a:cubicBezTo>
                    <a:pt x="-275" y="98108"/>
                    <a:pt x="13695" y="66358"/>
                    <a:pt x="23855" y="48578"/>
                  </a:cubicBezTo>
                  <a:cubicBezTo>
                    <a:pt x="31475" y="37148"/>
                    <a:pt x="39095" y="29528"/>
                    <a:pt x="51795" y="21908"/>
                  </a:cubicBezTo>
                  <a:cubicBezTo>
                    <a:pt x="69575" y="11748"/>
                    <a:pt x="97515" y="-952"/>
                    <a:pt x="125455" y="1588"/>
                  </a:cubicBezTo>
                  <a:cubicBezTo>
                    <a:pt x="162285" y="4128"/>
                    <a:pt x="197845" y="25718"/>
                    <a:pt x="251185" y="57468"/>
                  </a:cubicBezTo>
                  <a:cubicBezTo>
                    <a:pt x="369295" y="128588"/>
                    <a:pt x="698225" y="373698"/>
                    <a:pt x="771885" y="460058"/>
                  </a:cubicBezTo>
                  <a:cubicBezTo>
                    <a:pt x="798555" y="490538"/>
                    <a:pt x="809985" y="508318"/>
                    <a:pt x="813795" y="533718"/>
                  </a:cubicBezTo>
                  <a:cubicBezTo>
                    <a:pt x="817605" y="560388"/>
                    <a:pt x="808715" y="595948"/>
                    <a:pt x="796015" y="617538"/>
                  </a:cubicBezTo>
                  <a:cubicBezTo>
                    <a:pt x="785855" y="635318"/>
                    <a:pt x="770615" y="648018"/>
                    <a:pt x="754105" y="656908"/>
                  </a:cubicBezTo>
                  <a:cubicBezTo>
                    <a:pt x="737595" y="665798"/>
                    <a:pt x="718545" y="673418"/>
                    <a:pt x="699495" y="672148"/>
                  </a:cubicBezTo>
                  <a:cubicBezTo>
                    <a:pt x="674095" y="670878"/>
                    <a:pt x="618215" y="644208"/>
                    <a:pt x="618215" y="64420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306091" y="2163830"/>
            <a:ext cx="471488" cy="263842"/>
            <a:chOff x="0" y="0"/>
            <a:chExt cx="628650" cy="3517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342" y="43471"/>
              <a:ext cx="534209" cy="255535"/>
            </a:xfrm>
            <a:custGeom>
              <a:avLst/>
              <a:gdLst/>
              <a:ahLst/>
              <a:cxnLst/>
              <a:rect r="r" b="b" t="t" l="l"/>
              <a:pathLst>
                <a:path h="255535" w="534209">
                  <a:moveTo>
                    <a:pt x="413208" y="253709"/>
                  </a:moveTo>
                  <a:cubicBezTo>
                    <a:pt x="91898" y="251169"/>
                    <a:pt x="67768" y="242279"/>
                    <a:pt x="49988" y="230849"/>
                  </a:cubicBezTo>
                  <a:cubicBezTo>
                    <a:pt x="37288" y="223229"/>
                    <a:pt x="29668" y="215609"/>
                    <a:pt x="22048" y="201639"/>
                  </a:cubicBezTo>
                  <a:cubicBezTo>
                    <a:pt x="11888" y="182589"/>
                    <a:pt x="-812" y="150839"/>
                    <a:pt x="458" y="125439"/>
                  </a:cubicBezTo>
                  <a:cubicBezTo>
                    <a:pt x="1728" y="100039"/>
                    <a:pt x="18238" y="68289"/>
                    <a:pt x="29668" y="51779"/>
                  </a:cubicBezTo>
                  <a:cubicBezTo>
                    <a:pt x="38558" y="39079"/>
                    <a:pt x="49988" y="31459"/>
                    <a:pt x="61418" y="25109"/>
                  </a:cubicBezTo>
                  <a:cubicBezTo>
                    <a:pt x="72848" y="18759"/>
                    <a:pt x="83008" y="12409"/>
                    <a:pt x="98248" y="9869"/>
                  </a:cubicBezTo>
                  <a:cubicBezTo>
                    <a:pt x="119838" y="7329"/>
                    <a:pt x="154128" y="8599"/>
                    <a:pt x="176988" y="18759"/>
                  </a:cubicBezTo>
                  <a:cubicBezTo>
                    <a:pt x="199848" y="28919"/>
                    <a:pt x="223978" y="51779"/>
                    <a:pt x="235408" y="73369"/>
                  </a:cubicBezTo>
                  <a:cubicBezTo>
                    <a:pt x="246838" y="96229"/>
                    <a:pt x="251918" y="126709"/>
                    <a:pt x="248108" y="152109"/>
                  </a:cubicBezTo>
                  <a:cubicBezTo>
                    <a:pt x="244298" y="177509"/>
                    <a:pt x="225248" y="206719"/>
                    <a:pt x="211278" y="221959"/>
                  </a:cubicBezTo>
                  <a:cubicBezTo>
                    <a:pt x="201118" y="233389"/>
                    <a:pt x="192228" y="239739"/>
                    <a:pt x="176988" y="244819"/>
                  </a:cubicBezTo>
                  <a:cubicBezTo>
                    <a:pt x="157938" y="252439"/>
                    <a:pt x="122378" y="258789"/>
                    <a:pt x="98248" y="253709"/>
                  </a:cubicBezTo>
                  <a:cubicBezTo>
                    <a:pt x="74118" y="248629"/>
                    <a:pt x="46178" y="232119"/>
                    <a:pt x="29668" y="213069"/>
                  </a:cubicBezTo>
                  <a:cubicBezTo>
                    <a:pt x="14428" y="194019"/>
                    <a:pt x="4268" y="159729"/>
                    <a:pt x="458" y="138139"/>
                  </a:cubicBezTo>
                  <a:cubicBezTo>
                    <a:pt x="-812" y="124169"/>
                    <a:pt x="458" y="112739"/>
                    <a:pt x="5538" y="98769"/>
                  </a:cubicBezTo>
                  <a:cubicBezTo>
                    <a:pt x="13158" y="78449"/>
                    <a:pt x="29668" y="47969"/>
                    <a:pt x="49988" y="32729"/>
                  </a:cubicBezTo>
                  <a:cubicBezTo>
                    <a:pt x="70308" y="17489"/>
                    <a:pt x="91898" y="12409"/>
                    <a:pt x="124918" y="7329"/>
                  </a:cubicBezTo>
                  <a:cubicBezTo>
                    <a:pt x="189688" y="-2831"/>
                    <a:pt x="347168" y="-2831"/>
                    <a:pt x="413208" y="9869"/>
                  </a:cubicBezTo>
                  <a:cubicBezTo>
                    <a:pt x="448768" y="16219"/>
                    <a:pt x="474168" y="25109"/>
                    <a:pt x="494488" y="40349"/>
                  </a:cubicBezTo>
                  <a:cubicBezTo>
                    <a:pt x="510998" y="53049"/>
                    <a:pt x="521158" y="69559"/>
                    <a:pt x="527508" y="88609"/>
                  </a:cubicBezTo>
                  <a:cubicBezTo>
                    <a:pt x="535128" y="112739"/>
                    <a:pt x="537668" y="149569"/>
                    <a:pt x="527508" y="174969"/>
                  </a:cubicBezTo>
                  <a:cubicBezTo>
                    <a:pt x="517348" y="200369"/>
                    <a:pt x="490678" y="227039"/>
                    <a:pt x="470358" y="239739"/>
                  </a:cubicBezTo>
                  <a:cubicBezTo>
                    <a:pt x="452578" y="251169"/>
                    <a:pt x="413208" y="253709"/>
                    <a:pt x="413208" y="25370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837586" y="1581852"/>
            <a:ext cx="362903" cy="501968"/>
            <a:chOff x="0" y="0"/>
            <a:chExt cx="483870" cy="6692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8320" y="47837"/>
              <a:ext cx="384750" cy="571904"/>
            </a:xfrm>
            <a:custGeom>
              <a:avLst/>
              <a:gdLst/>
              <a:ahLst/>
              <a:cxnLst/>
              <a:rect r="r" b="b" t="t" l="l"/>
              <a:pathLst>
                <a:path h="571904" w="384750">
                  <a:moveTo>
                    <a:pt x="2480" y="409363"/>
                  </a:moveTo>
                  <a:cubicBezTo>
                    <a:pt x="134560" y="81703"/>
                    <a:pt x="168850" y="38523"/>
                    <a:pt x="192980" y="19473"/>
                  </a:cubicBezTo>
                  <a:cubicBezTo>
                    <a:pt x="205680" y="9313"/>
                    <a:pt x="214570" y="5503"/>
                    <a:pt x="229810" y="2963"/>
                  </a:cubicBezTo>
                  <a:cubicBezTo>
                    <a:pt x="250130" y="-847"/>
                    <a:pt x="284420" y="-2117"/>
                    <a:pt x="308550" y="8043"/>
                  </a:cubicBezTo>
                  <a:cubicBezTo>
                    <a:pt x="331410" y="16933"/>
                    <a:pt x="355540" y="37253"/>
                    <a:pt x="368240" y="58843"/>
                  </a:cubicBezTo>
                  <a:cubicBezTo>
                    <a:pt x="380940" y="80433"/>
                    <a:pt x="384750" y="114723"/>
                    <a:pt x="384750" y="136313"/>
                  </a:cubicBezTo>
                  <a:cubicBezTo>
                    <a:pt x="383480" y="151553"/>
                    <a:pt x="380940" y="161713"/>
                    <a:pt x="373320" y="174413"/>
                  </a:cubicBezTo>
                  <a:cubicBezTo>
                    <a:pt x="363160" y="193463"/>
                    <a:pt x="340300" y="220133"/>
                    <a:pt x="318710" y="231563"/>
                  </a:cubicBezTo>
                  <a:cubicBezTo>
                    <a:pt x="297120" y="242993"/>
                    <a:pt x="261560" y="245533"/>
                    <a:pt x="241240" y="244263"/>
                  </a:cubicBezTo>
                  <a:cubicBezTo>
                    <a:pt x="226000" y="242993"/>
                    <a:pt x="215840" y="239183"/>
                    <a:pt x="203140" y="230293"/>
                  </a:cubicBezTo>
                  <a:cubicBezTo>
                    <a:pt x="185360" y="218863"/>
                    <a:pt x="159960" y="196003"/>
                    <a:pt x="149800" y="173143"/>
                  </a:cubicBezTo>
                  <a:cubicBezTo>
                    <a:pt x="138370" y="150283"/>
                    <a:pt x="135830" y="118533"/>
                    <a:pt x="140910" y="94403"/>
                  </a:cubicBezTo>
                  <a:cubicBezTo>
                    <a:pt x="147260" y="70273"/>
                    <a:pt x="167580" y="42333"/>
                    <a:pt x="182820" y="27093"/>
                  </a:cubicBezTo>
                  <a:cubicBezTo>
                    <a:pt x="192980" y="16933"/>
                    <a:pt x="201870" y="11853"/>
                    <a:pt x="217110" y="6773"/>
                  </a:cubicBezTo>
                  <a:cubicBezTo>
                    <a:pt x="237430" y="1693"/>
                    <a:pt x="271720" y="-3387"/>
                    <a:pt x="295850" y="2963"/>
                  </a:cubicBezTo>
                  <a:cubicBezTo>
                    <a:pt x="319980" y="10583"/>
                    <a:pt x="346650" y="32173"/>
                    <a:pt x="360620" y="48683"/>
                  </a:cubicBezTo>
                  <a:cubicBezTo>
                    <a:pt x="370780" y="58843"/>
                    <a:pt x="375860" y="69003"/>
                    <a:pt x="378400" y="82973"/>
                  </a:cubicBezTo>
                  <a:cubicBezTo>
                    <a:pt x="383480" y="104563"/>
                    <a:pt x="386020" y="140123"/>
                    <a:pt x="378400" y="162983"/>
                  </a:cubicBezTo>
                  <a:cubicBezTo>
                    <a:pt x="370780" y="183303"/>
                    <a:pt x="351730" y="189653"/>
                    <a:pt x="336490" y="217593"/>
                  </a:cubicBezTo>
                  <a:cubicBezTo>
                    <a:pt x="303470" y="276013"/>
                    <a:pt x="253940" y="467783"/>
                    <a:pt x="219650" y="518583"/>
                  </a:cubicBezTo>
                  <a:cubicBezTo>
                    <a:pt x="204410" y="541443"/>
                    <a:pt x="194250" y="550333"/>
                    <a:pt x="176470" y="557953"/>
                  </a:cubicBezTo>
                  <a:cubicBezTo>
                    <a:pt x="153610" y="569383"/>
                    <a:pt x="114240" y="574463"/>
                    <a:pt x="90110" y="570653"/>
                  </a:cubicBezTo>
                  <a:cubicBezTo>
                    <a:pt x="69790" y="566843"/>
                    <a:pt x="52010" y="555413"/>
                    <a:pt x="38040" y="543983"/>
                  </a:cubicBezTo>
                  <a:cubicBezTo>
                    <a:pt x="24070" y="531283"/>
                    <a:pt x="10100" y="514773"/>
                    <a:pt x="3750" y="495723"/>
                  </a:cubicBezTo>
                  <a:cubicBezTo>
                    <a:pt x="-3870" y="472863"/>
                    <a:pt x="2480" y="409363"/>
                    <a:pt x="2480" y="409363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252673" y="1620905"/>
            <a:ext cx="756285" cy="708660"/>
            <a:chOff x="0" y="0"/>
            <a:chExt cx="1008380" cy="944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9252" y="46831"/>
              <a:ext cx="908328" cy="845979"/>
            </a:xfrm>
            <a:custGeom>
              <a:avLst/>
              <a:gdLst/>
              <a:ahLst/>
              <a:cxnLst/>
              <a:rect r="r" b="b" t="t" l="l"/>
              <a:pathLst>
                <a:path h="845979" w="908328">
                  <a:moveTo>
                    <a:pt x="42188" y="640239"/>
                  </a:moveTo>
                  <a:cubicBezTo>
                    <a:pt x="664488" y="99219"/>
                    <a:pt x="702588" y="40799"/>
                    <a:pt x="733068" y="17939"/>
                  </a:cubicBezTo>
                  <a:cubicBezTo>
                    <a:pt x="747038" y="9049"/>
                    <a:pt x="753388" y="6509"/>
                    <a:pt x="767358" y="3969"/>
                  </a:cubicBezTo>
                  <a:cubicBezTo>
                    <a:pt x="786408" y="159"/>
                    <a:pt x="818158" y="159"/>
                    <a:pt x="838478" y="7779"/>
                  </a:cubicBezTo>
                  <a:cubicBezTo>
                    <a:pt x="860068" y="16669"/>
                    <a:pt x="881658" y="35719"/>
                    <a:pt x="893088" y="54769"/>
                  </a:cubicBezTo>
                  <a:cubicBezTo>
                    <a:pt x="904518" y="75089"/>
                    <a:pt x="908328" y="106839"/>
                    <a:pt x="907058" y="125889"/>
                  </a:cubicBezTo>
                  <a:cubicBezTo>
                    <a:pt x="907058" y="139859"/>
                    <a:pt x="904518" y="148749"/>
                    <a:pt x="896898" y="160179"/>
                  </a:cubicBezTo>
                  <a:cubicBezTo>
                    <a:pt x="888008" y="177959"/>
                    <a:pt x="867688" y="202089"/>
                    <a:pt x="847368" y="212249"/>
                  </a:cubicBezTo>
                  <a:cubicBezTo>
                    <a:pt x="827048" y="222409"/>
                    <a:pt x="795298" y="224949"/>
                    <a:pt x="776248" y="223679"/>
                  </a:cubicBezTo>
                  <a:cubicBezTo>
                    <a:pt x="762278" y="222409"/>
                    <a:pt x="753388" y="218599"/>
                    <a:pt x="741958" y="210979"/>
                  </a:cubicBezTo>
                  <a:cubicBezTo>
                    <a:pt x="725448" y="200819"/>
                    <a:pt x="702588" y="179229"/>
                    <a:pt x="692428" y="157639"/>
                  </a:cubicBezTo>
                  <a:cubicBezTo>
                    <a:pt x="683538" y="137319"/>
                    <a:pt x="683538" y="105569"/>
                    <a:pt x="686078" y="86519"/>
                  </a:cubicBezTo>
                  <a:cubicBezTo>
                    <a:pt x="688618" y="72549"/>
                    <a:pt x="691158" y="63659"/>
                    <a:pt x="700048" y="53499"/>
                  </a:cubicBezTo>
                  <a:cubicBezTo>
                    <a:pt x="711478" y="36989"/>
                    <a:pt x="734338" y="15399"/>
                    <a:pt x="754658" y="7779"/>
                  </a:cubicBezTo>
                  <a:cubicBezTo>
                    <a:pt x="776248" y="-1111"/>
                    <a:pt x="805458" y="-2381"/>
                    <a:pt x="827048" y="3969"/>
                  </a:cubicBezTo>
                  <a:cubicBezTo>
                    <a:pt x="848638" y="10319"/>
                    <a:pt x="872768" y="26829"/>
                    <a:pt x="885468" y="44609"/>
                  </a:cubicBezTo>
                  <a:cubicBezTo>
                    <a:pt x="899438" y="63659"/>
                    <a:pt x="908328" y="90329"/>
                    <a:pt x="908328" y="113189"/>
                  </a:cubicBezTo>
                  <a:cubicBezTo>
                    <a:pt x="908328" y="136049"/>
                    <a:pt x="899438" y="156369"/>
                    <a:pt x="884198" y="181769"/>
                  </a:cubicBezTo>
                  <a:cubicBezTo>
                    <a:pt x="858798" y="222409"/>
                    <a:pt x="806728" y="264319"/>
                    <a:pt x="743228" y="325279"/>
                  </a:cubicBezTo>
                  <a:cubicBezTo>
                    <a:pt x="621308" y="442119"/>
                    <a:pt x="296188" y="755809"/>
                    <a:pt x="192048" y="818039"/>
                  </a:cubicBezTo>
                  <a:cubicBezTo>
                    <a:pt x="157758" y="838359"/>
                    <a:pt x="139978" y="845979"/>
                    <a:pt x="114578" y="845979"/>
                  </a:cubicBezTo>
                  <a:cubicBezTo>
                    <a:pt x="89178" y="844709"/>
                    <a:pt x="56158" y="829469"/>
                    <a:pt x="38378" y="814229"/>
                  </a:cubicBezTo>
                  <a:cubicBezTo>
                    <a:pt x="23138" y="802799"/>
                    <a:pt x="12978" y="785019"/>
                    <a:pt x="6628" y="768509"/>
                  </a:cubicBezTo>
                  <a:cubicBezTo>
                    <a:pt x="1548" y="750729"/>
                    <a:pt x="-2262" y="731679"/>
                    <a:pt x="1548" y="712629"/>
                  </a:cubicBezTo>
                  <a:cubicBezTo>
                    <a:pt x="6628" y="689769"/>
                    <a:pt x="42188" y="640239"/>
                    <a:pt x="42188" y="64023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50743" y="1718060"/>
            <a:ext cx="332422" cy="461010"/>
            <a:chOff x="0" y="0"/>
            <a:chExt cx="443230" cy="614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737" y="50366"/>
              <a:ext cx="343527" cy="512244"/>
            </a:xfrm>
            <a:custGeom>
              <a:avLst/>
              <a:gdLst/>
              <a:ahLst/>
              <a:cxnLst/>
              <a:rect r="r" b="b" t="t" l="l"/>
              <a:pathLst>
                <a:path h="512244" w="343527">
                  <a:moveTo>
                    <a:pt x="63" y="358574"/>
                  </a:moveTo>
                  <a:cubicBezTo>
                    <a:pt x="101663" y="69014"/>
                    <a:pt x="132143" y="30914"/>
                    <a:pt x="163893" y="13134"/>
                  </a:cubicBezTo>
                  <a:cubicBezTo>
                    <a:pt x="188023" y="434"/>
                    <a:pt x="221043" y="-836"/>
                    <a:pt x="241363" y="1704"/>
                  </a:cubicBezTo>
                  <a:cubicBezTo>
                    <a:pt x="256603" y="2974"/>
                    <a:pt x="266763" y="6784"/>
                    <a:pt x="279463" y="14404"/>
                  </a:cubicBezTo>
                  <a:cubicBezTo>
                    <a:pt x="297243" y="25834"/>
                    <a:pt x="322643" y="49964"/>
                    <a:pt x="332803" y="72824"/>
                  </a:cubicBezTo>
                  <a:cubicBezTo>
                    <a:pt x="342963" y="95684"/>
                    <a:pt x="346773" y="127434"/>
                    <a:pt x="340423" y="151564"/>
                  </a:cubicBezTo>
                  <a:cubicBezTo>
                    <a:pt x="335343" y="175694"/>
                    <a:pt x="313753" y="203634"/>
                    <a:pt x="298513" y="218874"/>
                  </a:cubicBezTo>
                  <a:cubicBezTo>
                    <a:pt x="288353" y="229034"/>
                    <a:pt x="279463" y="234114"/>
                    <a:pt x="264223" y="237924"/>
                  </a:cubicBezTo>
                  <a:cubicBezTo>
                    <a:pt x="243903" y="244274"/>
                    <a:pt x="209613" y="248084"/>
                    <a:pt x="185483" y="241734"/>
                  </a:cubicBezTo>
                  <a:cubicBezTo>
                    <a:pt x="161353" y="234114"/>
                    <a:pt x="135953" y="216334"/>
                    <a:pt x="120713" y="196014"/>
                  </a:cubicBezTo>
                  <a:cubicBezTo>
                    <a:pt x="106743" y="176964"/>
                    <a:pt x="97853" y="142674"/>
                    <a:pt x="96583" y="121084"/>
                  </a:cubicBezTo>
                  <a:cubicBezTo>
                    <a:pt x="95313" y="105844"/>
                    <a:pt x="97853" y="95684"/>
                    <a:pt x="104203" y="81714"/>
                  </a:cubicBezTo>
                  <a:cubicBezTo>
                    <a:pt x="113093" y="62664"/>
                    <a:pt x="132143" y="33454"/>
                    <a:pt x="152463" y="19484"/>
                  </a:cubicBezTo>
                  <a:cubicBezTo>
                    <a:pt x="172783" y="6784"/>
                    <a:pt x="203263" y="-2106"/>
                    <a:pt x="228663" y="434"/>
                  </a:cubicBezTo>
                  <a:cubicBezTo>
                    <a:pt x="254063" y="1704"/>
                    <a:pt x="283273" y="13134"/>
                    <a:pt x="301053" y="29644"/>
                  </a:cubicBezTo>
                  <a:cubicBezTo>
                    <a:pt x="320103" y="46154"/>
                    <a:pt x="336613" y="74094"/>
                    <a:pt x="341693" y="98224"/>
                  </a:cubicBezTo>
                  <a:cubicBezTo>
                    <a:pt x="346773" y="122354"/>
                    <a:pt x="340423" y="149024"/>
                    <a:pt x="331533" y="176964"/>
                  </a:cubicBezTo>
                  <a:cubicBezTo>
                    <a:pt x="320103" y="212524"/>
                    <a:pt x="285813" y="251894"/>
                    <a:pt x="269303" y="292534"/>
                  </a:cubicBezTo>
                  <a:cubicBezTo>
                    <a:pt x="254063" y="333174"/>
                    <a:pt x="251523" y="386514"/>
                    <a:pt x="235013" y="422074"/>
                  </a:cubicBezTo>
                  <a:cubicBezTo>
                    <a:pt x="221043" y="451284"/>
                    <a:pt x="204533" y="477954"/>
                    <a:pt x="184213" y="491924"/>
                  </a:cubicBezTo>
                  <a:cubicBezTo>
                    <a:pt x="167703" y="504624"/>
                    <a:pt x="149923" y="510974"/>
                    <a:pt x="129603" y="512244"/>
                  </a:cubicBezTo>
                  <a:cubicBezTo>
                    <a:pt x="104203" y="512244"/>
                    <a:pt x="67373" y="502084"/>
                    <a:pt x="45783" y="489384"/>
                  </a:cubicBezTo>
                  <a:cubicBezTo>
                    <a:pt x="29273" y="477954"/>
                    <a:pt x="16573" y="462714"/>
                    <a:pt x="7683" y="444934"/>
                  </a:cubicBezTo>
                  <a:cubicBezTo>
                    <a:pt x="-1207" y="422074"/>
                    <a:pt x="63" y="358574"/>
                    <a:pt x="63" y="35857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17456" y="2193357"/>
            <a:ext cx="525780" cy="295275"/>
            <a:chOff x="0" y="0"/>
            <a:chExt cx="701040" cy="393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9280" y="49132"/>
              <a:ext cx="599690" cy="301237"/>
            </a:xfrm>
            <a:custGeom>
              <a:avLst/>
              <a:gdLst/>
              <a:ahLst/>
              <a:cxnLst/>
              <a:rect r="r" b="b" t="t" l="l"/>
              <a:pathLst>
                <a:path h="301237" w="599690">
                  <a:moveTo>
                    <a:pt x="123440" y="46118"/>
                  </a:moveTo>
                  <a:cubicBezTo>
                    <a:pt x="376170" y="52468"/>
                    <a:pt x="354580" y="79138"/>
                    <a:pt x="355850" y="79138"/>
                  </a:cubicBezTo>
                  <a:cubicBezTo>
                    <a:pt x="357120" y="79138"/>
                    <a:pt x="366010" y="55008"/>
                    <a:pt x="377440" y="44848"/>
                  </a:cubicBezTo>
                  <a:cubicBezTo>
                    <a:pt x="393950" y="29608"/>
                    <a:pt x="426970" y="9288"/>
                    <a:pt x="447290" y="4208"/>
                  </a:cubicBezTo>
                  <a:cubicBezTo>
                    <a:pt x="462530" y="-872"/>
                    <a:pt x="473960" y="-872"/>
                    <a:pt x="489200" y="1668"/>
                  </a:cubicBezTo>
                  <a:cubicBezTo>
                    <a:pt x="510790" y="6748"/>
                    <a:pt x="545080" y="23258"/>
                    <a:pt x="561590" y="37228"/>
                  </a:cubicBezTo>
                  <a:cubicBezTo>
                    <a:pt x="574290" y="47388"/>
                    <a:pt x="580640" y="56278"/>
                    <a:pt x="585720" y="70248"/>
                  </a:cubicBezTo>
                  <a:cubicBezTo>
                    <a:pt x="594610" y="90568"/>
                    <a:pt x="602230" y="124858"/>
                    <a:pt x="598420" y="150258"/>
                  </a:cubicBezTo>
                  <a:cubicBezTo>
                    <a:pt x="593340" y="175658"/>
                    <a:pt x="578100" y="203598"/>
                    <a:pt x="559050" y="221378"/>
                  </a:cubicBezTo>
                  <a:cubicBezTo>
                    <a:pt x="540000" y="239158"/>
                    <a:pt x="505710" y="250588"/>
                    <a:pt x="485390" y="254398"/>
                  </a:cubicBezTo>
                  <a:cubicBezTo>
                    <a:pt x="468880" y="256938"/>
                    <a:pt x="458720" y="255668"/>
                    <a:pt x="443480" y="251858"/>
                  </a:cubicBezTo>
                  <a:cubicBezTo>
                    <a:pt x="423160" y="244238"/>
                    <a:pt x="391410" y="227728"/>
                    <a:pt x="374900" y="208678"/>
                  </a:cubicBezTo>
                  <a:cubicBezTo>
                    <a:pt x="358390" y="188358"/>
                    <a:pt x="346960" y="157878"/>
                    <a:pt x="346960" y="132478"/>
                  </a:cubicBezTo>
                  <a:cubicBezTo>
                    <a:pt x="345690" y="107078"/>
                    <a:pt x="354580" y="76598"/>
                    <a:pt x="369820" y="55008"/>
                  </a:cubicBezTo>
                  <a:cubicBezTo>
                    <a:pt x="383790" y="34688"/>
                    <a:pt x="410460" y="14368"/>
                    <a:pt x="434590" y="6748"/>
                  </a:cubicBezTo>
                  <a:cubicBezTo>
                    <a:pt x="458720" y="-872"/>
                    <a:pt x="491740" y="398"/>
                    <a:pt x="515870" y="8018"/>
                  </a:cubicBezTo>
                  <a:cubicBezTo>
                    <a:pt x="540000" y="16908"/>
                    <a:pt x="565400" y="37228"/>
                    <a:pt x="579370" y="58818"/>
                  </a:cubicBezTo>
                  <a:cubicBezTo>
                    <a:pt x="593340" y="80408"/>
                    <a:pt x="599690" y="114698"/>
                    <a:pt x="599690" y="137558"/>
                  </a:cubicBezTo>
                  <a:cubicBezTo>
                    <a:pt x="599690" y="152798"/>
                    <a:pt x="597150" y="162958"/>
                    <a:pt x="589530" y="176928"/>
                  </a:cubicBezTo>
                  <a:cubicBezTo>
                    <a:pt x="579370" y="198518"/>
                    <a:pt x="556510" y="228998"/>
                    <a:pt x="527300" y="248048"/>
                  </a:cubicBezTo>
                  <a:cubicBezTo>
                    <a:pt x="489200" y="272178"/>
                    <a:pt x="429510" y="284878"/>
                    <a:pt x="371090" y="293768"/>
                  </a:cubicBezTo>
                  <a:cubicBezTo>
                    <a:pt x="298700" y="303928"/>
                    <a:pt x="183130" y="303928"/>
                    <a:pt x="123440" y="292498"/>
                  </a:cubicBezTo>
                  <a:cubicBezTo>
                    <a:pt x="87880" y="286148"/>
                    <a:pt x="62480" y="279798"/>
                    <a:pt x="42160" y="262018"/>
                  </a:cubicBezTo>
                  <a:cubicBezTo>
                    <a:pt x="21840" y="242968"/>
                    <a:pt x="5330" y="208678"/>
                    <a:pt x="1520" y="184548"/>
                  </a:cubicBezTo>
                  <a:cubicBezTo>
                    <a:pt x="-2290" y="164228"/>
                    <a:pt x="1520" y="143908"/>
                    <a:pt x="7870" y="124858"/>
                  </a:cubicBezTo>
                  <a:cubicBezTo>
                    <a:pt x="15490" y="107078"/>
                    <a:pt x="25650" y="89298"/>
                    <a:pt x="42160" y="76598"/>
                  </a:cubicBezTo>
                  <a:cubicBezTo>
                    <a:pt x="61210" y="61358"/>
                    <a:pt x="123440" y="46118"/>
                    <a:pt x="123440" y="4611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940492" y="7671435"/>
            <a:ext cx="2636520" cy="1761173"/>
            <a:chOff x="0" y="0"/>
            <a:chExt cx="3515360" cy="23482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1112" y="46990"/>
              <a:ext cx="3423724" cy="2251383"/>
            </a:xfrm>
            <a:custGeom>
              <a:avLst/>
              <a:gdLst/>
              <a:ahLst/>
              <a:cxnLst/>
              <a:rect r="r" b="b" t="t" l="l"/>
              <a:pathLst>
                <a:path h="2251383" w="3423724">
                  <a:moveTo>
                    <a:pt x="132878" y="62230"/>
                  </a:moveTo>
                  <a:cubicBezTo>
                    <a:pt x="149388" y="516890"/>
                    <a:pt x="201458" y="708660"/>
                    <a:pt x="252258" y="824230"/>
                  </a:cubicBezTo>
                  <a:cubicBezTo>
                    <a:pt x="286548" y="905510"/>
                    <a:pt x="322108" y="953770"/>
                    <a:pt x="372908" y="1018540"/>
                  </a:cubicBezTo>
                  <a:cubicBezTo>
                    <a:pt x="432598" y="1097280"/>
                    <a:pt x="517688" y="1187450"/>
                    <a:pt x="597698" y="1257300"/>
                  </a:cubicBezTo>
                  <a:cubicBezTo>
                    <a:pt x="675168" y="1324610"/>
                    <a:pt x="757718" y="1389380"/>
                    <a:pt x="846618" y="1433830"/>
                  </a:cubicBezTo>
                  <a:cubicBezTo>
                    <a:pt x="932978" y="1478280"/>
                    <a:pt x="1028228" y="1503680"/>
                    <a:pt x="1120938" y="1525270"/>
                  </a:cubicBezTo>
                  <a:cubicBezTo>
                    <a:pt x="1211108" y="1546860"/>
                    <a:pt x="1305088" y="1559560"/>
                    <a:pt x="1392718" y="1564640"/>
                  </a:cubicBezTo>
                  <a:cubicBezTo>
                    <a:pt x="1472728" y="1569720"/>
                    <a:pt x="1548928" y="1573530"/>
                    <a:pt x="1622588" y="1562100"/>
                  </a:cubicBezTo>
                  <a:cubicBezTo>
                    <a:pt x="1693708" y="1551940"/>
                    <a:pt x="1767368" y="1529080"/>
                    <a:pt x="1828328" y="1503680"/>
                  </a:cubicBezTo>
                  <a:cubicBezTo>
                    <a:pt x="1881668" y="1482090"/>
                    <a:pt x="1932468" y="1457960"/>
                    <a:pt x="1968028" y="1424940"/>
                  </a:cubicBezTo>
                  <a:cubicBezTo>
                    <a:pt x="1998508" y="1397000"/>
                    <a:pt x="2018828" y="1363980"/>
                    <a:pt x="2035338" y="1324610"/>
                  </a:cubicBezTo>
                  <a:cubicBezTo>
                    <a:pt x="2056928" y="1276350"/>
                    <a:pt x="2084868" y="1200150"/>
                    <a:pt x="2073438" y="1153160"/>
                  </a:cubicBezTo>
                  <a:cubicBezTo>
                    <a:pt x="2064548" y="1115060"/>
                    <a:pt x="2031528" y="1078230"/>
                    <a:pt x="1998508" y="1059180"/>
                  </a:cubicBezTo>
                  <a:cubicBezTo>
                    <a:pt x="1966758" y="1038860"/>
                    <a:pt x="1914688" y="1040130"/>
                    <a:pt x="1877858" y="1036320"/>
                  </a:cubicBezTo>
                  <a:cubicBezTo>
                    <a:pt x="1847378" y="1032510"/>
                    <a:pt x="1813088" y="1018540"/>
                    <a:pt x="1795308" y="1032510"/>
                  </a:cubicBezTo>
                  <a:cubicBezTo>
                    <a:pt x="1772448" y="1051560"/>
                    <a:pt x="1778798" y="1113790"/>
                    <a:pt x="1773718" y="1164590"/>
                  </a:cubicBezTo>
                  <a:cubicBezTo>
                    <a:pt x="1767368" y="1231900"/>
                    <a:pt x="1757208" y="1329690"/>
                    <a:pt x="1766098" y="1403350"/>
                  </a:cubicBezTo>
                  <a:cubicBezTo>
                    <a:pt x="1773718" y="1469390"/>
                    <a:pt x="1790228" y="1518920"/>
                    <a:pt x="1818168" y="1588770"/>
                  </a:cubicBezTo>
                  <a:cubicBezTo>
                    <a:pt x="1858808" y="1687830"/>
                    <a:pt x="1947708" y="1864360"/>
                    <a:pt x="2006128" y="1938020"/>
                  </a:cubicBezTo>
                  <a:cubicBezTo>
                    <a:pt x="2040418" y="1978660"/>
                    <a:pt x="2068358" y="1996440"/>
                    <a:pt x="2103918" y="2019300"/>
                  </a:cubicBezTo>
                  <a:cubicBezTo>
                    <a:pt x="2138208" y="2042160"/>
                    <a:pt x="2175038" y="2057400"/>
                    <a:pt x="2216948" y="2071370"/>
                  </a:cubicBezTo>
                  <a:cubicBezTo>
                    <a:pt x="2265208" y="2089150"/>
                    <a:pt x="2321088" y="2104390"/>
                    <a:pt x="2378238" y="2114550"/>
                  </a:cubicBezTo>
                  <a:cubicBezTo>
                    <a:pt x="2441738" y="2125980"/>
                    <a:pt x="2511588" y="2131060"/>
                    <a:pt x="2581438" y="2133600"/>
                  </a:cubicBezTo>
                  <a:cubicBezTo>
                    <a:pt x="2658908" y="2134870"/>
                    <a:pt x="2736378" y="2142490"/>
                    <a:pt x="2822738" y="2122170"/>
                  </a:cubicBezTo>
                  <a:cubicBezTo>
                    <a:pt x="2930688" y="2095500"/>
                    <a:pt x="3093248" y="2006600"/>
                    <a:pt x="3174528" y="1963420"/>
                  </a:cubicBezTo>
                  <a:cubicBezTo>
                    <a:pt x="3220248" y="1939290"/>
                    <a:pt x="3257078" y="1925320"/>
                    <a:pt x="3277398" y="1898650"/>
                  </a:cubicBezTo>
                  <a:cubicBezTo>
                    <a:pt x="3295178" y="1877060"/>
                    <a:pt x="3288828" y="1837690"/>
                    <a:pt x="3301528" y="1819910"/>
                  </a:cubicBezTo>
                  <a:cubicBezTo>
                    <a:pt x="3311688" y="1807210"/>
                    <a:pt x="3324388" y="1799590"/>
                    <a:pt x="3337088" y="1795780"/>
                  </a:cubicBezTo>
                  <a:cubicBezTo>
                    <a:pt x="3351058" y="1791970"/>
                    <a:pt x="3367568" y="1791970"/>
                    <a:pt x="3380268" y="1797050"/>
                  </a:cubicBezTo>
                  <a:cubicBezTo>
                    <a:pt x="3392968" y="1802130"/>
                    <a:pt x="3406938" y="1812290"/>
                    <a:pt x="3413288" y="1824990"/>
                  </a:cubicBezTo>
                  <a:cubicBezTo>
                    <a:pt x="3420908" y="1840230"/>
                    <a:pt x="3423448" y="1871980"/>
                    <a:pt x="3417098" y="1887220"/>
                  </a:cubicBezTo>
                  <a:cubicBezTo>
                    <a:pt x="3412018" y="1901190"/>
                    <a:pt x="3400588" y="1912620"/>
                    <a:pt x="3387888" y="1918970"/>
                  </a:cubicBezTo>
                  <a:cubicBezTo>
                    <a:pt x="3376458" y="1925320"/>
                    <a:pt x="3359948" y="1930400"/>
                    <a:pt x="3345978" y="1926590"/>
                  </a:cubicBezTo>
                  <a:cubicBezTo>
                    <a:pt x="3329468" y="1922780"/>
                    <a:pt x="3302798" y="1906270"/>
                    <a:pt x="3295178" y="1889760"/>
                  </a:cubicBezTo>
                  <a:cubicBezTo>
                    <a:pt x="3287558" y="1871980"/>
                    <a:pt x="3290098" y="1841500"/>
                    <a:pt x="3297718" y="1826260"/>
                  </a:cubicBezTo>
                  <a:cubicBezTo>
                    <a:pt x="3304068" y="1813560"/>
                    <a:pt x="3316768" y="1802130"/>
                    <a:pt x="3330738" y="1798320"/>
                  </a:cubicBezTo>
                  <a:cubicBezTo>
                    <a:pt x="3347248" y="1793240"/>
                    <a:pt x="3377728" y="1794510"/>
                    <a:pt x="3392968" y="1804670"/>
                  </a:cubicBezTo>
                  <a:cubicBezTo>
                    <a:pt x="3408208" y="1814830"/>
                    <a:pt x="3420908" y="1837690"/>
                    <a:pt x="3423448" y="1859280"/>
                  </a:cubicBezTo>
                  <a:cubicBezTo>
                    <a:pt x="3425988" y="1887220"/>
                    <a:pt x="3410748" y="1930400"/>
                    <a:pt x="3389158" y="1959610"/>
                  </a:cubicBezTo>
                  <a:cubicBezTo>
                    <a:pt x="3366298" y="1992630"/>
                    <a:pt x="3326928" y="2012950"/>
                    <a:pt x="3281208" y="2040890"/>
                  </a:cubicBezTo>
                  <a:cubicBezTo>
                    <a:pt x="3213898" y="2082800"/>
                    <a:pt x="3094518" y="2134870"/>
                    <a:pt x="3013238" y="2169160"/>
                  </a:cubicBezTo>
                  <a:cubicBezTo>
                    <a:pt x="2945928" y="2197100"/>
                    <a:pt x="2897668" y="2223770"/>
                    <a:pt x="2829088" y="2237740"/>
                  </a:cubicBezTo>
                  <a:cubicBezTo>
                    <a:pt x="2751618" y="2254250"/>
                    <a:pt x="2653828" y="2251710"/>
                    <a:pt x="2571278" y="2250440"/>
                  </a:cubicBezTo>
                  <a:cubicBezTo>
                    <a:pt x="2493808" y="2247900"/>
                    <a:pt x="2418878" y="2241550"/>
                    <a:pt x="2349028" y="2228850"/>
                  </a:cubicBezTo>
                  <a:cubicBezTo>
                    <a:pt x="2284258" y="2217420"/>
                    <a:pt x="2220758" y="2202180"/>
                    <a:pt x="2164878" y="2180590"/>
                  </a:cubicBezTo>
                  <a:cubicBezTo>
                    <a:pt x="2114078" y="2161540"/>
                    <a:pt x="2068358" y="2139950"/>
                    <a:pt x="2025178" y="2110740"/>
                  </a:cubicBezTo>
                  <a:cubicBezTo>
                    <a:pt x="1979458" y="2078990"/>
                    <a:pt x="1942628" y="2051050"/>
                    <a:pt x="1900718" y="1997710"/>
                  </a:cubicBezTo>
                  <a:cubicBezTo>
                    <a:pt x="1834678" y="1912620"/>
                    <a:pt x="1740698" y="1734820"/>
                    <a:pt x="1696248" y="1624330"/>
                  </a:cubicBezTo>
                  <a:cubicBezTo>
                    <a:pt x="1661958" y="1543050"/>
                    <a:pt x="1642908" y="1487170"/>
                    <a:pt x="1632748" y="1402080"/>
                  </a:cubicBezTo>
                  <a:cubicBezTo>
                    <a:pt x="1620048" y="1294130"/>
                    <a:pt x="1625128" y="1107440"/>
                    <a:pt x="1647988" y="1026160"/>
                  </a:cubicBezTo>
                  <a:cubicBezTo>
                    <a:pt x="1660688" y="982980"/>
                    <a:pt x="1675928" y="953770"/>
                    <a:pt x="1701328" y="932180"/>
                  </a:cubicBezTo>
                  <a:cubicBezTo>
                    <a:pt x="1726728" y="911860"/>
                    <a:pt x="1766098" y="901700"/>
                    <a:pt x="1799118" y="896620"/>
                  </a:cubicBezTo>
                  <a:cubicBezTo>
                    <a:pt x="1832138" y="891540"/>
                    <a:pt x="1861348" y="896620"/>
                    <a:pt x="1898178" y="902970"/>
                  </a:cubicBezTo>
                  <a:cubicBezTo>
                    <a:pt x="1947708" y="911860"/>
                    <a:pt x="2023908" y="927100"/>
                    <a:pt x="2072168" y="953770"/>
                  </a:cubicBezTo>
                  <a:cubicBezTo>
                    <a:pt x="2114078" y="976630"/>
                    <a:pt x="2155988" y="1007110"/>
                    <a:pt x="2176308" y="1045210"/>
                  </a:cubicBezTo>
                  <a:cubicBezTo>
                    <a:pt x="2195358" y="1080770"/>
                    <a:pt x="2196628" y="1134110"/>
                    <a:pt x="2195358" y="1173480"/>
                  </a:cubicBezTo>
                  <a:cubicBezTo>
                    <a:pt x="2194088" y="1206500"/>
                    <a:pt x="2185198" y="1234440"/>
                    <a:pt x="2175038" y="1267460"/>
                  </a:cubicBezTo>
                  <a:cubicBezTo>
                    <a:pt x="2164878" y="1306830"/>
                    <a:pt x="2152178" y="1351280"/>
                    <a:pt x="2129318" y="1391920"/>
                  </a:cubicBezTo>
                  <a:cubicBezTo>
                    <a:pt x="2105188" y="1436370"/>
                    <a:pt x="2069628" y="1485900"/>
                    <a:pt x="2027718" y="1522730"/>
                  </a:cubicBezTo>
                  <a:cubicBezTo>
                    <a:pt x="1980728" y="1560830"/>
                    <a:pt x="1922308" y="1588770"/>
                    <a:pt x="1860078" y="1614170"/>
                  </a:cubicBezTo>
                  <a:cubicBezTo>
                    <a:pt x="1788958" y="1642110"/>
                    <a:pt x="1705138" y="1666240"/>
                    <a:pt x="1623858" y="1677670"/>
                  </a:cubicBezTo>
                  <a:cubicBezTo>
                    <a:pt x="1543848" y="1687830"/>
                    <a:pt x="1461298" y="1685290"/>
                    <a:pt x="1376208" y="1678940"/>
                  </a:cubicBezTo>
                  <a:cubicBezTo>
                    <a:pt x="1282228" y="1672590"/>
                    <a:pt x="1180628" y="1658620"/>
                    <a:pt x="1084108" y="1634490"/>
                  </a:cubicBezTo>
                  <a:cubicBezTo>
                    <a:pt x="982508" y="1609090"/>
                    <a:pt x="875828" y="1578610"/>
                    <a:pt x="780578" y="1529080"/>
                  </a:cubicBezTo>
                  <a:cubicBezTo>
                    <a:pt x="685328" y="1479550"/>
                    <a:pt x="596428" y="1409700"/>
                    <a:pt x="513878" y="1337310"/>
                  </a:cubicBezTo>
                  <a:cubicBezTo>
                    <a:pt x="427518" y="1261110"/>
                    <a:pt x="338618" y="1165860"/>
                    <a:pt x="272578" y="1080770"/>
                  </a:cubicBezTo>
                  <a:cubicBezTo>
                    <a:pt x="217968" y="1007110"/>
                    <a:pt x="173518" y="934720"/>
                    <a:pt x="139228" y="859790"/>
                  </a:cubicBezTo>
                  <a:cubicBezTo>
                    <a:pt x="107478" y="791210"/>
                    <a:pt x="93508" y="723900"/>
                    <a:pt x="71918" y="648970"/>
                  </a:cubicBezTo>
                  <a:cubicBezTo>
                    <a:pt x="49058" y="565150"/>
                    <a:pt x="19848" y="476250"/>
                    <a:pt x="9688" y="381000"/>
                  </a:cubicBezTo>
                  <a:cubicBezTo>
                    <a:pt x="-1742" y="273050"/>
                    <a:pt x="-6822" y="83820"/>
                    <a:pt x="16038" y="33020"/>
                  </a:cubicBezTo>
                  <a:cubicBezTo>
                    <a:pt x="23658" y="15240"/>
                    <a:pt x="36358" y="8890"/>
                    <a:pt x="49058" y="3810"/>
                  </a:cubicBezTo>
                  <a:cubicBezTo>
                    <a:pt x="61758" y="-1270"/>
                    <a:pt x="79538" y="-1270"/>
                    <a:pt x="93508" y="3810"/>
                  </a:cubicBezTo>
                  <a:cubicBezTo>
                    <a:pt x="106208" y="8890"/>
                    <a:pt x="118908" y="22860"/>
                    <a:pt x="126528" y="33020"/>
                  </a:cubicBezTo>
                  <a:cubicBezTo>
                    <a:pt x="131608" y="41910"/>
                    <a:pt x="132878" y="62230"/>
                    <a:pt x="132878" y="6223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527482" y="8878252"/>
            <a:ext cx="184785" cy="184785"/>
            <a:chOff x="0" y="0"/>
            <a:chExt cx="246380" cy="2463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8157" y="50746"/>
              <a:ext cx="144883" cy="148274"/>
            </a:xfrm>
            <a:custGeom>
              <a:avLst/>
              <a:gdLst/>
              <a:ahLst/>
              <a:cxnLst/>
              <a:rect r="r" b="b" t="t" l="l"/>
              <a:pathLst>
                <a:path h="148274" w="144883">
                  <a:moveTo>
                    <a:pt x="144883" y="52124"/>
                  </a:moveTo>
                  <a:cubicBezTo>
                    <a:pt x="142343" y="105464"/>
                    <a:pt x="123293" y="135944"/>
                    <a:pt x="104243" y="143564"/>
                  </a:cubicBezTo>
                  <a:cubicBezTo>
                    <a:pt x="85193" y="152454"/>
                    <a:pt x="49633" y="147374"/>
                    <a:pt x="33123" y="139754"/>
                  </a:cubicBezTo>
                  <a:cubicBezTo>
                    <a:pt x="21693" y="134674"/>
                    <a:pt x="12803" y="125784"/>
                    <a:pt x="7723" y="114354"/>
                  </a:cubicBezTo>
                  <a:cubicBezTo>
                    <a:pt x="103" y="96574"/>
                    <a:pt x="-2437" y="61014"/>
                    <a:pt x="2643" y="43234"/>
                  </a:cubicBezTo>
                  <a:cubicBezTo>
                    <a:pt x="7723" y="30534"/>
                    <a:pt x="16613" y="21644"/>
                    <a:pt x="25503" y="14024"/>
                  </a:cubicBezTo>
                  <a:cubicBezTo>
                    <a:pt x="34393" y="7674"/>
                    <a:pt x="45823" y="54"/>
                    <a:pt x="58523" y="54"/>
                  </a:cubicBezTo>
                  <a:cubicBezTo>
                    <a:pt x="77573" y="-1216"/>
                    <a:pt x="127103" y="20374"/>
                    <a:pt x="127103" y="2037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68990" y="572452"/>
            <a:ext cx="3232785" cy="935355"/>
            <a:chOff x="0" y="0"/>
            <a:chExt cx="4310380" cy="1247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132" y="47291"/>
              <a:ext cx="4208595" cy="1149130"/>
            </a:xfrm>
            <a:custGeom>
              <a:avLst/>
              <a:gdLst/>
              <a:ahLst/>
              <a:cxnLst/>
              <a:rect r="r" b="b" t="t" l="l"/>
              <a:pathLst>
                <a:path h="1149130" w="4208595">
                  <a:moveTo>
                    <a:pt x="22258" y="384509"/>
                  </a:moveTo>
                  <a:cubicBezTo>
                    <a:pt x="191168" y="253699"/>
                    <a:pt x="243238" y="224489"/>
                    <a:pt x="302928" y="197819"/>
                  </a:cubicBezTo>
                  <a:cubicBezTo>
                    <a:pt x="371508" y="167339"/>
                    <a:pt x="448978" y="143209"/>
                    <a:pt x="535338" y="120349"/>
                  </a:cubicBezTo>
                  <a:cubicBezTo>
                    <a:pt x="642018" y="91139"/>
                    <a:pt x="749968" y="65739"/>
                    <a:pt x="896018" y="46689"/>
                  </a:cubicBezTo>
                  <a:cubicBezTo>
                    <a:pt x="1115728" y="20019"/>
                    <a:pt x="1492918" y="-10461"/>
                    <a:pt x="1726598" y="3509"/>
                  </a:cubicBezTo>
                  <a:cubicBezTo>
                    <a:pt x="1899318" y="13669"/>
                    <a:pt x="2030128" y="36529"/>
                    <a:pt x="2172368" y="78439"/>
                  </a:cubicBezTo>
                  <a:cubicBezTo>
                    <a:pt x="2310798" y="120349"/>
                    <a:pt x="2447958" y="185119"/>
                    <a:pt x="2568608" y="253699"/>
                  </a:cubicBezTo>
                  <a:cubicBezTo>
                    <a:pt x="2682908" y="317199"/>
                    <a:pt x="2797208" y="397209"/>
                    <a:pt x="2881028" y="470869"/>
                  </a:cubicBezTo>
                  <a:cubicBezTo>
                    <a:pt x="2947068" y="529289"/>
                    <a:pt x="2995328" y="591519"/>
                    <a:pt x="3038508" y="649939"/>
                  </a:cubicBezTo>
                  <a:cubicBezTo>
                    <a:pt x="3075338" y="696929"/>
                    <a:pt x="3104548" y="743919"/>
                    <a:pt x="3127408" y="788369"/>
                  </a:cubicBezTo>
                  <a:cubicBezTo>
                    <a:pt x="3146458" y="827739"/>
                    <a:pt x="3166778" y="863299"/>
                    <a:pt x="3169318" y="901399"/>
                  </a:cubicBezTo>
                  <a:cubicBezTo>
                    <a:pt x="3173128" y="939499"/>
                    <a:pt x="3159158" y="981409"/>
                    <a:pt x="3147728" y="1013159"/>
                  </a:cubicBezTo>
                  <a:cubicBezTo>
                    <a:pt x="3138838" y="1039829"/>
                    <a:pt x="3132488" y="1062689"/>
                    <a:pt x="3112168" y="1083009"/>
                  </a:cubicBezTo>
                  <a:cubicBezTo>
                    <a:pt x="3084228" y="1109679"/>
                    <a:pt x="3021998" y="1141429"/>
                    <a:pt x="2981358" y="1147779"/>
                  </a:cubicBezTo>
                  <a:cubicBezTo>
                    <a:pt x="2949608" y="1152859"/>
                    <a:pt x="2919128" y="1142699"/>
                    <a:pt x="2892458" y="1132539"/>
                  </a:cubicBezTo>
                  <a:cubicBezTo>
                    <a:pt x="2865788" y="1123649"/>
                    <a:pt x="2840388" y="1110949"/>
                    <a:pt x="2821338" y="1091899"/>
                  </a:cubicBezTo>
                  <a:cubicBezTo>
                    <a:pt x="2801018" y="1072849"/>
                    <a:pt x="2788318" y="1048719"/>
                    <a:pt x="2776888" y="1013159"/>
                  </a:cubicBezTo>
                  <a:cubicBezTo>
                    <a:pt x="2757838" y="952199"/>
                    <a:pt x="2754028" y="817579"/>
                    <a:pt x="2757838" y="746459"/>
                  </a:cubicBezTo>
                  <a:cubicBezTo>
                    <a:pt x="2760378" y="698199"/>
                    <a:pt x="2764188" y="665179"/>
                    <a:pt x="2780698" y="627079"/>
                  </a:cubicBezTo>
                  <a:cubicBezTo>
                    <a:pt x="2797208" y="587709"/>
                    <a:pt x="2825148" y="554689"/>
                    <a:pt x="2861978" y="516589"/>
                  </a:cubicBezTo>
                  <a:cubicBezTo>
                    <a:pt x="2911508" y="465789"/>
                    <a:pt x="2982628" y="401019"/>
                    <a:pt x="3062638" y="360379"/>
                  </a:cubicBezTo>
                  <a:cubicBezTo>
                    <a:pt x="3155348" y="312119"/>
                    <a:pt x="3283618" y="282909"/>
                    <a:pt x="3394108" y="263859"/>
                  </a:cubicBezTo>
                  <a:cubicBezTo>
                    <a:pt x="3502058" y="243539"/>
                    <a:pt x="3630328" y="237189"/>
                    <a:pt x="3719228" y="238459"/>
                  </a:cubicBezTo>
                  <a:cubicBezTo>
                    <a:pt x="3778918" y="239729"/>
                    <a:pt x="3817018" y="242269"/>
                    <a:pt x="3871628" y="256239"/>
                  </a:cubicBezTo>
                  <a:cubicBezTo>
                    <a:pt x="3938938" y="274019"/>
                    <a:pt x="4029108" y="308309"/>
                    <a:pt x="4086258" y="347679"/>
                  </a:cubicBezTo>
                  <a:cubicBezTo>
                    <a:pt x="4134518" y="380699"/>
                    <a:pt x="4182778" y="436579"/>
                    <a:pt x="4199288" y="467059"/>
                  </a:cubicBezTo>
                  <a:cubicBezTo>
                    <a:pt x="4208178" y="483569"/>
                    <a:pt x="4209448" y="494999"/>
                    <a:pt x="4208178" y="508969"/>
                  </a:cubicBezTo>
                  <a:cubicBezTo>
                    <a:pt x="4206908" y="521669"/>
                    <a:pt x="4199288" y="536909"/>
                    <a:pt x="4190398" y="547069"/>
                  </a:cubicBezTo>
                  <a:cubicBezTo>
                    <a:pt x="4181508" y="557229"/>
                    <a:pt x="4166268" y="564849"/>
                    <a:pt x="4153568" y="566119"/>
                  </a:cubicBezTo>
                  <a:cubicBezTo>
                    <a:pt x="4139598" y="568659"/>
                    <a:pt x="4123088" y="566119"/>
                    <a:pt x="4111658" y="559769"/>
                  </a:cubicBezTo>
                  <a:cubicBezTo>
                    <a:pt x="4100228" y="553419"/>
                    <a:pt x="4087528" y="541989"/>
                    <a:pt x="4082448" y="529289"/>
                  </a:cubicBezTo>
                  <a:cubicBezTo>
                    <a:pt x="4076098" y="512779"/>
                    <a:pt x="4078638" y="482299"/>
                    <a:pt x="4086258" y="467059"/>
                  </a:cubicBezTo>
                  <a:cubicBezTo>
                    <a:pt x="4092608" y="454359"/>
                    <a:pt x="4105308" y="444199"/>
                    <a:pt x="4118008" y="440389"/>
                  </a:cubicBezTo>
                  <a:cubicBezTo>
                    <a:pt x="4130708" y="435309"/>
                    <a:pt x="4147218" y="434039"/>
                    <a:pt x="4159918" y="437849"/>
                  </a:cubicBezTo>
                  <a:cubicBezTo>
                    <a:pt x="4173888" y="441659"/>
                    <a:pt x="4187858" y="450549"/>
                    <a:pt x="4195478" y="461979"/>
                  </a:cubicBezTo>
                  <a:cubicBezTo>
                    <a:pt x="4203098" y="472139"/>
                    <a:pt x="4209448" y="487379"/>
                    <a:pt x="4208178" y="501349"/>
                  </a:cubicBezTo>
                  <a:cubicBezTo>
                    <a:pt x="4206908" y="519129"/>
                    <a:pt x="4192938" y="545799"/>
                    <a:pt x="4178968" y="555959"/>
                  </a:cubicBezTo>
                  <a:cubicBezTo>
                    <a:pt x="4168808" y="564849"/>
                    <a:pt x="4152298" y="568659"/>
                    <a:pt x="4138328" y="567389"/>
                  </a:cubicBezTo>
                  <a:cubicBezTo>
                    <a:pt x="4125628" y="566119"/>
                    <a:pt x="4110388" y="561039"/>
                    <a:pt x="4100228" y="552149"/>
                  </a:cubicBezTo>
                  <a:cubicBezTo>
                    <a:pt x="4084988" y="539449"/>
                    <a:pt x="4083718" y="508969"/>
                    <a:pt x="4065938" y="489919"/>
                  </a:cubicBezTo>
                  <a:cubicBezTo>
                    <a:pt x="4043078" y="464519"/>
                    <a:pt x="3998628" y="439119"/>
                    <a:pt x="3961798" y="420069"/>
                  </a:cubicBezTo>
                  <a:cubicBezTo>
                    <a:pt x="3928778" y="401019"/>
                    <a:pt x="3894488" y="385779"/>
                    <a:pt x="3856388" y="375619"/>
                  </a:cubicBezTo>
                  <a:cubicBezTo>
                    <a:pt x="3815748" y="365459"/>
                    <a:pt x="3777648" y="360379"/>
                    <a:pt x="3724308" y="360379"/>
                  </a:cubicBezTo>
                  <a:cubicBezTo>
                    <a:pt x="3645568" y="359109"/>
                    <a:pt x="3524918" y="366729"/>
                    <a:pt x="3428398" y="385779"/>
                  </a:cubicBezTo>
                  <a:cubicBezTo>
                    <a:pt x="3330608" y="403559"/>
                    <a:pt x="3227738" y="425149"/>
                    <a:pt x="3142648" y="472139"/>
                  </a:cubicBezTo>
                  <a:cubicBezTo>
                    <a:pt x="3057558" y="517859"/>
                    <a:pt x="2949608" y="606759"/>
                    <a:pt x="2917858" y="662639"/>
                  </a:cubicBezTo>
                  <a:cubicBezTo>
                    <a:pt x="2900078" y="691849"/>
                    <a:pt x="2903888" y="712169"/>
                    <a:pt x="2901348" y="743919"/>
                  </a:cubicBezTo>
                  <a:cubicBezTo>
                    <a:pt x="2897538" y="790909"/>
                    <a:pt x="2900078" y="870919"/>
                    <a:pt x="2906428" y="917909"/>
                  </a:cubicBezTo>
                  <a:cubicBezTo>
                    <a:pt x="2910238" y="950929"/>
                    <a:pt x="2908968" y="983949"/>
                    <a:pt x="2926748" y="1000459"/>
                  </a:cubicBezTo>
                  <a:cubicBezTo>
                    <a:pt x="2943258" y="1015699"/>
                    <a:pt x="2983898" y="1025859"/>
                    <a:pt x="3004218" y="1015699"/>
                  </a:cubicBezTo>
                  <a:cubicBezTo>
                    <a:pt x="3028348" y="1005539"/>
                    <a:pt x="3055018" y="957279"/>
                    <a:pt x="3057558" y="928069"/>
                  </a:cubicBezTo>
                  <a:cubicBezTo>
                    <a:pt x="3060098" y="901399"/>
                    <a:pt x="3043588" y="877269"/>
                    <a:pt x="3029618" y="849329"/>
                  </a:cubicBezTo>
                  <a:cubicBezTo>
                    <a:pt x="3011838" y="811229"/>
                    <a:pt x="2983898" y="768049"/>
                    <a:pt x="2952148" y="724869"/>
                  </a:cubicBezTo>
                  <a:cubicBezTo>
                    <a:pt x="2914048" y="674069"/>
                    <a:pt x="2872138" y="618189"/>
                    <a:pt x="2813718" y="564849"/>
                  </a:cubicBezTo>
                  <a:cubicBezTo>
                    <a:pt x="2737518" y="494999"/>
                    <a:pt x="2628298" y="418799"/>
                    <a:pt x="2521618" y="359109"/>
                  </a:cubicBezTo>
                  <a:cubicBezTo>
                    <a:pt x="2408588" y="294339"/>
                    <a:pt x="2281588" y="232109"/>
                    <a:pt x="2152048" y="192739"/>
                  </a:cubicBezTo>
                  <a:cubicBezTo>
                    <a:pt x="2018698" y="150829"/>
                    <a:pt x="1894238" y="129239"/>
                    <a:pt x="1730408" y="119079"/>
                  </a:cubicBezTo>
                  <a:cubicBezTo>
                    <a:pt x="1504348" y="106379"/>
                    <a:pt x="1132238" y="135589"/>
                    <a:pt x="918878" y="162259"/>
                  </a:cubicBezTo>
                  <a:cubicBezTo>
                    <a:pt x="779178" y="180039"/>
                    <a:pt x="673768" y="205439"/>
                    <a:pt x="573438" y="232109"/>
                  </a:cubicBezTo>
                  <a:cubicBezTo>
                    <a:pt x="492158" y="253699"/>
                    <a:pt x="422308" y="276559"/>
                    <a:pt x="360078" y="303229"/>
                  </a:cubicBezTo>
                  <a:cubicBezTo>
                    <a:pt x="306738" y="326089"/>
                    <a:pt x="266098" y="348949"/>
                    <a:pt x="220378" y="379429"/>
                  </a:cubicBezTo>
                  <a:cubicBezTo>
                    <a:pt x="170848" y="412449"/>
                    <a:pt x="111158" y="483569"/>
                    <a:pt x="75598" y="492459"/>
                  </a:cubicBezTo>
                  <a:cubicBezTo>
                    <a:pt x="57818" y="497539"/>
                    <a:pt x="42578" y="492459"/>
                    <a:pt x="31148" y="486109"/>
                  </a:cubicBezTo>
                  <a:cubicBezTo>
                    <a:pt x="22258" y="482299"/>
                    <a:pt x="14638" y="474679"/>
                    <a:pt x="9558" y="465789"/>
                  </a:cubicBezTo>
                  <a:cubicBezTo>
                    <a:pt x="3208" y="454359"/>
                    <a:pt x="-1872" y="436579"/>
                    <a:pt x="668" y="422609"/>
                  </a:cubicBezTo>
                  <a:cubicBezTo>
                    <a:pt x="3208" y="408639"/>
                    <a:pt x="22258" y="384509"/>
                    <a:pt x="22258" y="38450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282738" y="993457"/>
            <a:ext cx="182880" cy="189548"/>
            <a:chOff x="0" y="0"/>
            <a:chExt cx="243840" cy="2527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6950" y="50749"/>
              <a:ext cx="146090" cy="151865"/>
            </a:xfrm>
            <a:custGeom>
              <a:avLst/>
              <a:gdLst/>
              <a:ahLst/>
              <a:cxnLst/>
              <a:rect r="r" b="b" t="t" l="l"/>
              <a:pathLst>
                <a:path h="151865" w="146090">
                  <a:moveTo>
                    <a:pt x="146090" y="52121"/>
                  </a:moveTo>
                  <a:cubicBezTo>
                    <a:pt x="127040" y="133401"/>
                    <a:pt x="115610" y="139751"/>
                    <a:pt x="104180" y="144831"/>
                  </a:cubicBezTo>
                  <a:cubicBezTo>
                    <a:pt x="94020" y="148641"/>
                    <a:pt x="81320" y="153721"/>
                    <a:pt x="68620" y="151181"/>
                  </a:cubicBezTo>
                  <a:cubicBezTo>
                    <a:pt x="50840" y="147371"/>
                    <a:pt x="19090" y="132131"/>
                    <a:pt x="7660" y="114351"/>
                  </a:cubicBezTo>
                  <a:cubicBezTo>
                    <a:pt x="-2500" y="96571"/>
                    <a:pt x="-1230" y="61011"/>
                    <a:pt x="3850" y="43231"/>
                  </a:cubicBezTo>
                  <a:cubicBezTo>
                    <a:pt x="7660" y="30531"/>
                    <a:pt x="16550" y="21641"/>
                    <a:pt x="26710" y="15291"/>
                  </a:cubicBezTo>
                  <a:cubicBezTo>
                    <a:pt x="35600" y="7671"/>
                    <a:pt x="45760" y="1321"/>
                    <a:pt x="59730" y="51"/>
                  </a:cubicBezTo>
                  <a:cubicBezTo>
                    <a:pt x="77510" y="-1219"/>
                    <a:pt x="127040" y="21641"/>
                    <a:pt x="127040" y="21641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510370" y="4325367"/>
            <a:ext cx="960385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Il progetto consiste nella realizzazione di un servizio web per la pianificazione dei pasti settimanali.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043488" y="1815188"/>
            <a:ext cx="8194736" cy="224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9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PROGETTO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10370" y="5907785"/>
            <a:ext cx="9603850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L’utente dovrà inserire le sue preferenze alimentari come calorie giornaliere, intolleranze e l’inclusione di snack, e il servizio restituirà un piano pasti per un massimo di 7 giorni, evitando ripetizioni di ricette e ingredienti principali.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5706">
            <a:off x="2471373" y="5303013"/>
            <a:ext cx="5601832" cy="4114800"/>
          </a:xfrm>
          <a:custGeom>
            <a:avLst/>
            <a:gdLst/>
            <a:ahLst/>
            <a:cxnLst/>
            <a:rect r="r" b="b" t="t" l="l"/>
            <a:pathLst>
              <a:path h="4114800" w="5601832">
                <a:moveTo>
                  <a:pt x="0" y="0"/>
                </a:moveTo>
                <a:lnTo>
                  <a:pt x="5601831" y="0"/>
                </a:lnTo>
                <a:lnTo>
                  <a:pt x="56018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1499" y="3253740"/>
            <a:ext cx="5925312" cy="6172200"/>
          </a:xfrm>
          <a:custGeom>
            <a:avLst/>
            <a:gdLst/>
            <a:ahLst/>
            <a:cxnLst/>
            <a:rect r="r" b="b" t="t" l="l"/>
            <a:pathLst>
              <a:path h="6172200" w="5925312">
                <a:moveTo>
                  <a:pt x="0" y="0"/>
                </a:moveTo>
                <a:lnTo>
                  <a:pt x="5925312" y="0"/>
                </a:lnTo>
                <a:lnTo>
                  <a:pt x="592531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3999656" y="4892816"/>
            <a:ext cx="4054840" cy="3015326"/>
          </a:xfrm>
          <a:custGeom>
            <a:avLst/>
            <a:gdLst/>
            <a:ahLst/>
            <a:cxnLst/>
            <a:rect r="r" b="b" t="t" l="l"/>
            <a:pathLst>
              <a:path h="3015326" w="4054840">
                <a:moveTo>
                  <a:pt x="0" y="0"/>
                </a:moveTo>
                <a:lnTo>
                  <a:pt x="4054840" y="0"/>
                </a:lnTo>
                <a:lnTo>
                  <a:pt x="4054840" y="3015326"/>
                </a:lnTo>
                <a:lnTo>
                  <a:pt x="0" y="3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06724" y="-6108105"/>
            <a:ext cx="10467314" cy="7136805"/>
          </a:xfrm>
          <a:custGeom>
            <a:avLst/>
            <a:gdLst/>
            <a:ahLst/>
            <a:cxnLst/>
            <a:rect r="r" b="b" t="t" l="l"/>
            <a:pathLst>
              <a:path h="7136805" w="10467314">
                <a:moveTo>
                  <a:pt x="0" y="0"/>
                </a:moveTo>
                <a:lnTo>
                  <a:pt x="10467314" y="0"/>
                </a:lnTo>
                <a:lnTo>
                  <a:pt x="10467314" y="7136805"/>
                </a:lnTo>
                <a:lnTo>
                  <a:pt x="0" y="7136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921797">
            <a:off x="1430863" y="3450045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921797">
            <a:off x="6735906" y="-6354015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6712" y="1633538"/>
            <a:ext cx="6599872" cy="1135380"/>
            <a:chOff x="0" y="0"/>
            <a:chExt cx="8799830" cy="1513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938" y="41609"/>
              <a:ext cx="8702584" cy="1431102"/>
            </a:xfrm>
            <a:custGeom>
              <a:avLst/>
              <a:gdLst/>
              <a:ahLst/>
              <a:cxnLst/>
              <a:rect r="r" b="b" t="t" l="l"/>
              <a:pathLst>
                <a:path h="1431102" w="8702584">
                  <a:moveTo>
                    <a:pt x="8062822" y="1355391"/>
                  </a:moveTo>
                  <a:cubicBezTo>
                    <a:pt x="6724242" y="1326181"/>
                    <a:pt x="6615022" y="1324911"/>
                    <a:pt x="6254342" y="1328721"/>
                  </a:cubicBezTo>
                  <a:cubicBezTo>
                    <a:pt x="5265012" y="1336341"/>
                    <a:pt x="1325472" y="1467151"/>
                    <a:pt x="705712" y="1421431"/>
                  </a:cubicBezTo>
                  <a:cubicBezTo>
                    <a:pt x="579982" y="1412541"/>
                    <a:pt x="552042" y="1408731"/>
                    <a:pt x="480922" y="1384601"/>
                  </a:cubicBezTo>
                  <a:cubicBezTo>
                    <a:pt x="409802" y="1360471"/>
                    <a:pt x="338682" y="1323641"/>
                    <a:pt x="278992" y="1277921"/>
                  </a:cubicBezTo>
                  <a:cubicBezTo>
                    <a:pt x="219302" y="1232201"/>
                    <a:pt x="163422" y="1173781"/>
                    <a:pt x="121512" y="1111551"/>
                  </a:cubicBezTo>
                  <a:cubicBezTo>
                    <a:pt x="79602" y="1049321"/>
                    <a:pt x="45312" y="976931"/>
                    <a:pt x="26262" y="904541"/>
                  </a:cubicBezTo>
                  <a:cubicBezTo>
                    <a:pt x="5942" y="832151"/>
                    <a:pt x="-2948" y="752141"/>
                    <a:pt x="862" y="677211"/>
                  </a:cubicBezTo>
                  <a:cubicBezTo>
                    <a:pt x="4672" y="602281"/>
                    <a:pt x="22452" y="523541"/>
                    <a:pt x="50392" y="453691"/>
                  </a:cubicBezTo>
                  <a:cubicBezTo>
                    <a:pt x="78332" y="383841"/>
                    <a:pt x="118972" y="315261"/>
                    <a:pt x="168502" y="258111"/>
                  </a:cubicBezTo>
                  <a:cubicBezTo>
                    <a:pt x="216762" y="200961"/>
                    <a:pt x="277722" y="148891"/>
                    <a:pt x="342492" y="110791"/>
                  </a:cubicBezTo>
                  <a:cubicBezTo>
                    <a:pt x="405992" y="71421"/>
                    <a:pt x="480922" y="42211"/>
                    <a:pt x="554582" y="25701"/>
                  </a:cubicBezTo>
                  <a:cubicBezTo>
                    <a:pt x="628242" y="10461"/>
                    <a:pt x="708252" y="5381"/>
                    <a:pt x="781912" y="14271"/>
                  </a:cubicBezTo>
                  <a:cubicBezTo>
                    <a:pt x="856842" y="21891"/>
                    <a:pt x="934312" y="43481"/>
                    <a:pt x="1002892" y="75231"/>
                  </a:cubicBezTo>
                  <a:cubicBezTo>
                    <a:pt x="1070202" y="106981"/>
                    <a:pt x="1137512" y="151431"/>
                    <a:pt x="1192122" y="203501"/>
                  </a:cubicBezTo>
                  <a:cubicBezTo>
                    <a:pt x="1246732" y="254301"/>
                    <a:pt x="1294992" y="319071"/>
                    <a:pt x="1329282" y="385111"/>
                  </a:cubicBezTo>
                  <a:cubicBezTo>
                    <a:pt x="1364842" y="451151"/>
                    <a:pt x="1390242" y="527351"/>
                    <a:pt x="1402942" y="601011"/>
                  </a:cubicBezTo>
                  <a:cubicBezTo>
                    <a:pt x="1414372" y="675941"/>
                    <a:pt x="1414372" y="755951"/>
                    <a:pt x="1402942" y="829611"/>
                  </a:cubicBezTo>
                  <a:cubicBezTo>
                    <a:pt x="1390242" y="904541"/>
                    <a:pt x="1364842" y="979471"/>
                    <a:pt x="1329282" y="1046781"/>
                  </a:cubicBezTo>
                  <a:cubicBezTo>
                    <a:pt x="1294992" y="1112821"/>
                    <a:pt x="1245462" y="1176321"/>
                    <a:pt x="1190852" y="1228391"/>
                  </a:cubicBezTo>
                  <a:cubicBezTo>
                    <a:pt x="1137512" y="1280461"/>
                    <a:pt x="1070202" y="1324911"/>
                    <a:pt x="1002892" y="1356661"/>
                  </a:cubicBezTo>
                  <a:cubicBezTo>
                    <a:pt x="934312" y="1388411"/>
                    <a:pt x="856842" y="1408731"/>
                    <a:pt x="781912" y="1417621"/>
                  </a:cubicBezTo>
                  <a:cubicBezTo>
                    <a:pt x="706982" y="1425241"/>
                    <a:pt x="626972" y="1421431"/>
                    <a:pt x="554582" y="1404921"/>
                  </a:cubicBezTo>
                  <a:cubicBezTo>
                    <a:pt x="480922" y="1388411"/>
                    <a:pt x="405992" y="1359201"/>
                    <a:pt x="342492" y="1319831"/>
                  </a:cubicBezTo>
                  <a:cubicBezTo>
                    <a:pt x="277722" y="1281731"/>
                    <a:pt x="216762" y="1229661"/>
                    <a:pt x="168502" y="1172511"/>
                  </a:cubicBezTo>
                  <a:cubicBezTo>
                    <a:pt x="118972" y="1115361"/>
                    <a:pt x="78332" y="1046781"/>
                    <a:pt x="50392" y="976931"/>
                  </a:cubicBezTo>
                  <a:cubicBezTo>
                    <a:pt x="22452" y="907081"/>
                    <a:pt x="4672" y="828341"/>
                    <a:pt x="862" y="753411"/>
                  </a:cubicBezTo>
                  <a:cubicBezTo>
                    <a:pt x="-2948" y="678481"/>
                    <a:pt x="5942" y="598471"/>
                    <a:pt x="26262" y="526081"/>
                  </a:cubicBezTo>
                  <a:cubicBezTo>
                    <a:pt x="46582" y="453691"/>
                    <a:pt x="79602" y="381301"/>
                    <a:pt x="121512" y="319071"/>
                  </a:cubicBezTo>
                  <a:cubicBezTo>
                    <a:pt x="163422" y="256841"/>
                    <a:pt x="219302" y="198421"/>
                    <a:pt x="278992" y="153971"/>
                  </a:cubicBezTo>
                  <a:cubicBezTo>
                    <a:pt x="338682" y="108251"/>
                    <a:pt x="409802" y="70151"/>
                    <a:pt x="480922" y="46021"/>
                  </a:cubicBezTo>
                  <a:cubicBezTo>
                    <a:pt x="552042" y="21891"/>
                    <a:pt x="579982" y="19351"/>
                    <a:pt x="705712" y="9191"/>
                  </a:cubicBezTo>
                  <a:cubicBezTo>
                    <a:pt x="1325472" y="-35259"/>
                    <a:pt x="5265012" y="95551"/>
                    <a:pt x="6254342" y="103171"/>
                  </a:cubicBezTo>
                  <a:cubicBezTo>
                    <a:pt x="6615022" y="105711"/>
                    <a:pt x="6724242" y="105711"/>
                    <a:pt x="6993482" y="101901"/>
                  </a:cubicBezTo>
                  <a:cubicBezTo>
                    <a:pt x="7317332" y="98091"/>
                    <a:pt x="7867242" y="66341"/>
                    <a:pt x="8062822" y="75231"/>
                  </a:cubicBezTo>
                  <a:cubicBezTo>
                    <a:pt x="8137752" y="79041"/>
                    <a:pt x="8166962" y="81581"/>
                    <a:pt x="8216492" y="94281"/>
                  </a:cubicBezTo>
                  <a:cubicBezTo>
                    <a:pt x="8266022" y="106981"/>
                    <a:pt x="8315552" y="124761"/>
                    <a:pt x="8360002" y="148891"/>
                  </a:cubicBezTo>
                  <a:cubicBezTo>
                    <a:pt x="8405722" y="173021"/>
                    <a:pt x="8448902" y="202231"/>
                    <a:pt x="8487002" y="236521"/>
                  </a:cubicBezTo>
                  <a:cubicBezTo>
                    <a:pt x="8525102" y="270811"/>
                    <a:pt x="8560662" y="310181"/>
                    <a:pt x="8589872" y="352091"/>
                  </a:cubicBezTo>
                  <a:cubicBezTo>
                    <a:pt x="8619082" y="394001"/>
                    <a:pt x="8643212" y="440991"/>
                    <a:pt x="8660992" y="489251"/>
                  </a:cubicBezTo>
                  <a:cubicBezTo>
                    <a:pt x="8680042" y="536241"/>
                    <a:pt x="8692742" y="588311"/>
                    <a:pt x="8697822" y="637841"/>
                  </a:cubicBezTo>
                  <a:cubicBezTo>
                    <a:pt x="8704172" y="688641"/>
                    <a:pt x="8704172" y="741981"/>
                    <a:pt x="8697822" y="792781"/>
                  </a:cubicBezTo>
                  <a:cubicBezTo>
                    <a:pt x="8692742" y="843581"/>
                    <a:pt x="8680042" y="894381"/>
                    <a:pt x="8660992" y="942641"/>
                  </a:cubicBezTo>
                  <a:cubicBezTo>
                    <a:pt x="8643212" y="989631"/>
                    <a:pt x="8619082" y="1036621"/>
                    <a:pt x="8589872" y="1078531"/>
                  </a:cubicBezTo>
                  <a:cubicBezTo>
                    <a:pt x="8560662" y="1120441"/>
                    <a:pt x="8525102" y="1161081"/>
                    <a:pt x="8487002" y="1194101"/>
                  </a:cubicBezTo>
                  <a:cubicBezTo>
                    <a:pt x="8448902" y="1228391"/>
                    <a:pt x="8405722" y="1258871"/>
                    <a:pt x="8360002" y="1281731"/>
                  </a:cubicBezTo>
                  <a:cubicBezTo>
                    <a:pt x="8315552" y="1305861"/>
                    <a:pt x="8266022" y="1324911"/>
                    <a:pt x="8216492" y="1336341"/>
                  </a:cubicBezTo>
                  <a:cubicBezTo>
                    <a:pt x="8166962" y="1349041"/>
                    <a:pt x="8062822" y="1355391"/>
                    <a:pt x="8062822" y="1355391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88632" y="503872"/>
            <a:ext cx="495300" cy="569595"/>
            <a:chOff x="0" y="0"/>
            <a:chExt cx="660400" cy="7594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663" y="50679"/>
              <a:ext cx="558095" cy="658987"/>
            </a:xfrm>
            <a:custGeom>
              <a:avLst/>
              <a:gdLst/>
              <a:ahLst/>
              <a:cxnLst/>
              <a:rect r="r" b="b" t="t" l="l"/>
              <a:pathLst>
                <a:path h="658987" w="558095">
                  <a:moveTo>
                    <a:pt x="336687" y="610991"/>
                  </a:moveTo>
                  <a:cubicBezTo>
                    <a:pt x="138567" y="330321"/>
                    <a:pt x="50937" y="249041"/>
                    <a:pt x="21727" y="194431"/>
                  </a:cubicBezTo>
                  <a:cubicBezTo>
                    <a:pt x="6487" y="165221"/>
                    <a:pt x="-1133" y="142361"/>
                    <a:pt x="137" y="118231"/>
                  </a:cubicBezTo>
                  <a:cubicBezTo>
                    <a:pt x="1407" y="92831"/>
                    <a:pt x="16647" y="61081"/>
                    <a:pt x="29347" y="43301"/>
                  </a:cubicBezTo>
                  <a:cubicBezTo>
                    <a:pt x="38237" y="30601"/>
                    <a:pt x="45857" y="24251"/>
                    <a:pt x="59827" y="17901"/>
                  </a:cubicBezTo>
                  <a:cubicBezTo>
                    <a:pt x="78877" y="7741"/>
                    <a:pt x="115707" y="-1149"/>
                    <a:pt x="137297" y="121"/>
                  </a:cubicBezTo>
                  <a:cubicBezTo>
                    <a:pt x="152537" y="121"/>
                    <a:pt x="163967" y="5201"/>
                    <a:pt x="176667" y="10281"/>
                  </a:cubicBezTo>
                  <a:cubicBezTo>
                    <a:pt x="188097" y="15361"/>
                    <a:pt x="199527" y="21711"/>
                    <a:pt x="209687" y="33141"/>
                  </a:cubicBezTo>
                  <a:cubicBezTo>
                    <a:pt x="223657" y="48381"/>
                    <a:pt x="242707" y="77591"/>
                    <a:pt x="247787" y="102991"/>
                  </a:cubicBezTo>
                  <a:cubicBezTo>
                    <a:pt x="251597" y="127121"/>
                    <a:pt x="243977" y="161411"/>
                    <a:pt x="235087" y="181731"/>
                  </a:cubicBezTo>
                  <a:cubicBezTo>
                    <a:pt x="228737" y="195701"/>
                    <a:pt x="222387" y="203321"/>
                    <a:pt x="210957" y="213481"/>
                  </a:cubicBezTo>
                  <a:cubicBezTo>
                    <a:pt x="194447" y="227451"/>
                    <a:pt x="160157" y="242691"/>
                    <a:pt x="138567" y="247771"/>
                  </a:cubicBezTo>
                  <a:cubicBezTo>
                    <a:pt x="123327" y="250311"/>
                    <a:pt x="111897" y="247771"/>
                    <a:pt x="99197" y="245231"/>
                  </a:cubicBezTo>
                  <a:cubicBezTo>
                    <a:pt x="85227" y="242691"/>
                    <a:pt x="73797" y="240151"/>
                    <a:pt x="61097" y="231261"/>
                  </a:cubicBezTo>
                  <a:cubicBezTo>
                    <a:pt x="43317" y="218561"/>
                    <a:pt x="17917" y="194431"/>
                    <a:pt x="9027" y="170301"/>
                  </a:cubicBezTo>
                  <a:cubicBezTo>
                    <a:pt x="137" y="147441"/>
                    <a:pt x="137" y="111881"/>
                    <a:pt x="3947" y="91561"/>
                  </a:cubicBezTo>
                  <a:cubicBezTo>
                    <a:pt x="6487" y="76321"/>
                    <a:pt x="11567" y="66161"/>
                    <a:pt x="20457" y="54731"/>
                  </a:cubicBezTo>
                  <a:cubicBezTo>
                    <a:pt x="34427" y="38221"/>
                    <a:pt x="59827" y="14091"/>
                    <a:pt x="83957" y="5201"/>
                  </a:cubicBezTo>
                  <a:cubicBezTo>
                    <a:pt x="108087" y="-2419"/>
                    <a:pt x="142377" y="121"/>
                    <a:pt x="163967" y="5201"/>
                  </a:cubicBezTo>
                  <a:cubicBezTo>
                    <a:pt x="177937" y="9011"/>
                    <a:pt x="184287" y="12821"/>
                    <a:pt x="199527" y="24251"/>
                  </a:cubicBezTo>
                  <a:cubicBezTo>
                    <a:pt x="233817" y="50921"/>
                    <a:pt x="297317" y="129661"/>
                    <a:pt x="348117" y="194431"/>
                  </a:cubicBezTo>
                  <a:cubicBezTo>
                    <a:pt x="409077" y="273171"/>
                    <a:pt x="504327" y="400171"/>
                    <a:pt x="534807" y="466211"/>
                  </a:cubicBezTo>
                  <a:cubicBezTo>
                    <a:pt x="551317" y="500501"/>
                    <a:pt x="560207" y="523361"/>
                    <a:pt x="557667" y="550031"/>
                  </a:cubicBezTo>
                  <a:cubicBezTo>
                    <a:pt x="555127" y="577971"/>
                    <a:pt x="536077" y="610991"/>
                    <a:pt x="519567" y="628771"/>
                  </a:cubicBezTo>
                  <a:cubicBezTo>
                    <a:pt x="505597" y="642741"/>
                    <a:pt x="487817" y="652901"/>
                    <a:pt x="467497" y="656711"/>
                  </a:cubicBezTo>
                  <a:cubicBezTo>
                    <a:pt x="443367" y="661791"/>
                    <a:pt x="403997" y="657981"/>
                    <a:pt x="381137" y="649091"/>
                  </a:cubicBezTo>
                  <a:cubicBezTo>
                    <a:pt x="362087" y="640201"/>
                    <a:pt x="336687" y="610991"/>
                    <a:pt x="336687" y="610991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9162" y="518160"/>
            <a:ext cx="336232" cy="441007"/>
            <a:chOff x="0" y="0"/>
            <a:chExt cx="448310" cy="5880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392" y="49778"/>
              <a:ext cx="347118" cy="486324"/>
            </a:xfrm>
            <a:custGeom>
              <a:avLst/>
              <a:gdLst/>
              <a:ahLst/>
              <a:cxnLst/>
              <a:rect r="r" b="b" t="t" l="l"/>
              <a:pathLst>
                <a:path h="486324" w="347118">
                  <a:moveTo>
                    <a:pt x="8028" y="321062"/>
                  </a:moveTo>
                  <a:cubicBezTo>
                    <a:pt x="132488" y="41662"/>
                    <a:pt x="151538" y="25152"/>
                    <a:pt x="169318" y="13722"/>
                  </a:cubicBezTo>
                  <a:cubicBezTo>
                    <a:pt x="182018" y="6102"/>
                    <a:pt x="192178" y="2292"/>
                    <a:pt x="207418" y="2292"/>
                  </a:cubicBezTo>
                  <a:cubicBezTo>
                    <a:pt x="227738" y="-248"/>
                    <a:pt x="262028" y="3562"/>
                    <a:pt x="283618" y="14992"/>
                  </a:cubicBezTo>
                  <a:cubicBezTo>
                    <a:pt x="305208" y="27692"/>
                    <a:pt x="326798" y="54362"/>
                    <a:pt x="336958" y="73412"/>
                  </a:cubicBezTo>
                  <a:cubicBezTo>
                    <a:pt x="344578" y="86112"/>
                    <a:pt x="347118" y="96272"/>
                    <a:pt x="347118" y="111512"/>
                  </a:cubicBezTo>
                  <a:cubicBezTo>
                    <a:pt x="347118" y="131832"/>
                    <a:pt x="342038" y="166122"/>
                    <a:pt x="329338" y="187712"/>
                  </a:cubicBezTo>
                  <a:cubicBezTo>
                    <a:pt x="316638" y="208032"/>
                    <a:pt x="287428" y="228352"/>
                    <a:pt x="268378" y="237242"/>
                  </a:cubicBezTo>
                  <a:cubicBezTo>
                    <a:pt x="255678" y="243592"/>
                    <a:pt x="245518" y="246132"/>
                    <a:pt x="230278" y="244862"/>
                  </a:cubicBezTo>
                  <a:cubicBezTo>
                    <a:pt x="208688" y="244862"/>
                    <a:pt x="175668" y="237242"/>
                    <a:pt x="155348" y="223272"/>
                  </a:cubicBezTo>
                  <a:cubicBezTo>
                    <a:pt x="135028" y="209302"/>
                    <a:pt x="115978" y="183902"/>
                    <a:pt x="108358" y="159772"/>
                  </a:cubicBezTo>
                  <a:cubicBezTo>
                    <a:pt x="100738" y="136912"/>
                    <a:pt x="100738" y="105162"/>
                    <a:pt x="109628" y="82302"/>
                  </a:cubicBezTo>
                  <a:cubicBezTo>
                    <a:pt x="117248" y="58172"/>
                    <a:pt x="141378" y="34042"/>
                    <a:pt x="157888" y="20072"/>
                  </a:cubicBezTo>
                  <a:cubicBezTo>
                    <a:pt x="169318" y="11182"/>
                    <a:pt x="180748" y="7372"/>
                    <a:pt x="193448" y="4832"/>
                  </a:cubicBezTo>
                  <a:cubicBezTo>
                    <a:pt x="206148" y="1022"/>
                    <a:pt x="218848" y="-1518"/>
                    <a:pt x="232818" y="1022"/>
                  </a:cubicBezTo>
                  <a:cubicBezTo>
                    <a:pt x="254408" y="3562"/>
                    <a:pt x="287428" y="13722"/>
                    <a:pt x="305208" y="30232"/>
                  </a:cubicBezTo>
                  <a:cubicBezTo>
                    <a:pt x="324258" y="46742"/>
                    <a:pt x="339498" y="73412"/>
                    <a:pt x="344578" y="97542"/>
                  </a:cubicBezTo>
                  <a:cubicBezTo>
                    <a:pt x="349658" y="121672"/>
                    <a:pt x="344578" y="143262"/>
                    <a:pt x="335688" y="176282"/>
                  </a:cubicBezTo>
                  <a:cubicBezTo>
                    <a:pt x="317908" y="237242"/>
                    <a:pt x="254408" y="388372"/>
                    <a:pt x="221388" y="434092"/>
                  </a:cubicBezTo>
                  <a:cubicBezTo>
                    <a:pt x="204878" y="455682"/>
                    <a:pt x="193448" y="463302"/>
                    <a:pt x="176938" y="472192"/>
                  </a:cubicBezTo>
                  <a:cubicBezTo>
                    <a:pt x="160428" y="481082"/>
                    <a:pt x="141378" y="487432"/>
                    <a:pt x="121058" y="486162"/>
                  </a:cubicBezTo>
                  <a:cubicBezTo>
                    <a:pt x="95658" y="484892"/>
                    <a:pt x="60098" y="473462"/>
                    <a:pt x="41048" y="455682"/>
                  </a:cubicBezTo>
                  <a:cubicBezTo>
                    <a:pt x="20728" y="437902"/>
                    <a:pt x="5488" y="403612"/>
                    <a:pt x="408" y="379482"/>
                  </a:cubicBezTo>
                  <a:cubicBezTo>
                    <a:pt x="-2132" y="359162"/>
                    <a:pt x="8028" y="321062"/>
                    <a:pt x="8028" y="321062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10528" y="1034415"/>
            <a:ext cx="424815" cy="263842"/>
            <a:chOff x="0" y="0"/>
            <a:chExt cx="566420" cy="3517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44855"/>
              <a:ext cx="470251" cy="254987"/>
            </a:xfrm>
            <a:custGeom>
              <a:avLst/>
              <a:gdLst/>
              <a:ahLst/>
              <a:cxnLst/>
              <a:rect r="r" b="b" t="t" l="l"/>
              <a:pathLst>
                <a:path h="254987" w="470251">
                  <a:moveTo>
                    <a:pt x="349250" y="253595"/>
                  </a:moveTo>
                  <a:cubicBezTo>
                    <a:pt x="92710" y="251055"/>
                    <a:pt x="67310" y="242165"/>
                    <a:pt x="49530" y="230735"/>
                  </a:cubicBezTo>
                  <a:cubicBezTo>
                    <a:pt x="36830" y="221845"/>
                    <a:pt x="29210" y="214225"/>
                    <a:pt x="21590" y="201525"/>
                  </a:cubicBezTo>
                  <a:cubicBezTo>
                    <a:pt x="11430" y="182475"/>
                    <a:pt x="1270" y="145645"/>
                    <a:pt x="0" y="124055"/>
                  </a:cubicBezTo>
                  <a:cubicBezTo>
                    <a:pt x="0" y="108815"/>
                    <a:pt x="2540" y="98655"/>
                    <a:pt x="8890" y="84685"/>
                  </a:cubicBezTo>
                  <a:cubicBezTo>
                    <a:pt x="17780" y="65635"/>
                    <a:pt x="39370" y="36425"/>
                    <a:pt x="60960" y="23725"/>
                  </a:cubicBezTo>
                  <a:cubicBezTo>
                    <a:pt x="82550" y="11025"/>
                    <a:pt x="116840" y="5945"/>
                    <a:pt x="138430" y="7215"/>
                  </a:cubicBezTo>
                  <a:cubicBezTo>
                    <a:pt x="153670" y="7215"/>
                    <a:pt x="163830" y="9755"/>
                    <a:pt x="177800" y="17375"/>
                  </a:cubicBezTo>
                  <a:cubicBezTo>
                    <a:pt x="195580" y="28805"/>
                    <a:pt x="223520" y="50395"/>
                    <a:pt x="234950" y="71985"/>
                  </a:cubicBezTo>
                  <a:cubicBezTo>
                    <a:pt x="246380" y="94845"/>
                    <a:pt x="250190" y="130405"/>
                    <a:pt x="247650" y="150725"/>
                  </a:cubicBezTo>
                  <a:cubicBezTo>
                    <a:pt x="246380" y="165965"/>
                    <a:pt x="243840" y="176125"/>
                    <a:pt x="234950" y="190095"/>
                  </a:cubicBezTo>
                  <a:cubicBezTo>
                    <a:pt x="223520" y="207875"/>
                    <a:pt x="195580" y="233275"/>
                    <a:pt x="177800" y="244705"/>
                  </a:cubicBezTo>
                  <a:cubicBezTo>
                    <a:pt x="163830" y="252325"/>
                    <a:pt x="153670" y="254865"/>
                    <a:pt x="138430" y="254865"/>
                  </a:cubicBezTo>
                  <a:cubicBezTo>
                    <a:pt x="116840" y="256135"/>
                    <a:pt x="80010" y="247245"/>
                    <a:pt x="60960" y="238355"/>
                  </a:cubicBezTo>
                  <a:cubicBezTo>
                    <a:pt x="46990" y="230735"/>
                    <a:pt x="38100" y="221845"/>
                    <a:pt x="29210" y="211685"/>
                  </a:cubicBezTo>
                  <a:cubicBezTo>
                    <a:pt x="21590" y="201525"/>
                    <a:pt x="12700" y="191365"/>
                    <a:pt x="8890" y="177395"/>
                  </a:cubicBezTo>
                  <a:cubicBezTo>
                    <a:pt x="2540" y="157075"/>
                    <a:pt x="-2540" y="121515"/>
                    <a:pt x="5080" y="97385"/>
                  </a:cubicBezTo>
                  <a:cubicBezTo>
                    <a:pt x="11430" y="73255"/>
                    <a:pt x="29210" y="46585"/>
                    <a:pt x="49530" y="31345"/>
                  </a:cubicBezTo>
                  <a:cubicBezTo>
                    <a:pt x="69850" y="16105"/>
                    <a:pt x="92710" y="11025"/>
                    <a:pt x="124460" y="5945"/>
                  </a:cubicBezTo>
                  <a:cubicBezTo>
                    <a:pt x="179070" y="-2945"/>
                    <a:pt x="293370" y="-1675"/>
                    <a:pt x="349250" y="8485"/>
                  </a:cubicBezTo>
                  <a:cubicBezTo>
                    <a:pt x="383540" y="14835"/>
                    <a:pt x="411480" y="23725"/>
                    <a:pt x="430530" y="38965"/>
                  </a:cubicBezTo>
                  <a:cubicBezTo>
                    <a:pt x="447040" y="51665"/>
                    <a:pt x="458470" y="68175"/>
                    <a:pt x="463550" y="87225"/>
                  </a:cubicBezTo>
                  <a:cubicBezTo>
                    <a:pt x="471170" y="111355"/>
                    <a:pt x="473710" y="149455"/>
                    <a:pt x="463550" y="174855"/>
                  </a:cubicBezTo>
                  <a:cubicBezTo>
                    <a:pt x="454660" y="200255"/>
                    <a:pt x="427990" y="226925"/>
                    <a:pt x="406400" y="239625"/>
                  </a:cubicBezTo>
                  <a:cubicBezTo>
                    <a:pt x="388620" y="249785"/>
                    <a:pt x="349250" y="253595"/>
                    <a:pt x="349250" y="253595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69932" y="3005049"/>
            <a:ext cx="2557462" cy="1614488"/>
            <a:chOff x="0" y="0"/>
            <a:chExt cx="3409950" cy="2152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0" y="49981"/>
              <a:ext cx="3309381" cy="2055103"/>
            </a:xfrm>
            <a:custGeom>
              <a:avLst/>
              <a:gdLst/>
              <a:ahLst/>
              <a:cxnLst/>
              <a:rect r="r" b="b" t="t" l="l"/>
              <a:pathLst>
                <a:path h="2055103" w="3309381">
                  <a:moveTo>
                    <a:pt x="0" y="1979479"/>
                  </a:moveTo>
                  <a:cubicBezTo>
                    <a:pt x="62230" y="1734369"/>
                    <a:pt x="92710" y="1664519"/>
                    <a:pt x="121920" y="1597209"/>
                  </a:cubicBezTo>
                  <a:cubicBezTo>
                    <a:pt x="151130" y="1528629"/>
                    <a:pt x="179070" y="1461319"/>
                    <a:pt x="215900" y="1392739"/>
                  </a:cubicBezTo>
                  <a:cubicBezTo>
                    <a:pt x="256540" y="1316539"/>
                    <a:pt x="299720" y="1237799"/>
                    <a:pt x="358140" y="1160329"/>
                  </a:cubicBezTo>
                  <a:cubicBezTo>
                    <a:pt x="425450" y="1072699"/>
                    <a:pt x="515620" y="971099"/>
                    <a:pt x="603250" y="897439"/>
                  </a:cubicBezTo>
                  <a:cubicBezTo>
                    <a:pt x="688340" y="826319"/>
                    <a:pt x="793750" y="767899"/>
                    <a:pt x="875030" y="720909"/>
                  </a:cubicBezTo>
                  <a:cubicBezTo>
                    <a:pt x="938530" y="682809"/>
                    <a:pt x="976630" y="651059"/>
                    <a:pt x="1050290" y="626929"/>
                  </a:cubicBezTo>
                  <a:cubicBezTo>
                    <a:pt x="1159510" y="590099"/>
                    <a:pt x="1374140" y="560889"/>
                    <a:pt x="1480820" y="564699"/>
                  </a:cubicBezTo>
                  <a:cubicBezTo>
                    <a:pt x="1546860" y="567239"/>
                    <a:pt x="1582420" y="573589"/>
                    <a:pt x="1637030" y="600259"/>
                  </a:cubicBezTo>
                  <a:cubicBezTo>
                    <a:pt x="1709420" y="634549"/>
                    <a:pt x="1807210" y="728529"/>
                    <a:pt x="1866900" y="783139"/>
                  </a:cubicBezTo>
                  <a:cubicBezTo>
                    <a:pt x="1908810" y="822509"/>
                    <a:pt x="1950720" y="852989"/>
                    <a:pt x="1968500" y="889819"/>
                  </a:cubicBezTo>
                  <a:cubicBezTo>
                    <a:pt x="1982470" y="920299"/>
                    <a:pt x="1986280" y="954589"/>
                    <a:pt x="1981200" y="983799"/>
                  </a:cubicBezTo>
                  <a:cubicBezTo>
                    <a:pt x="1976120" y="1013009"/>
                    <a:pt x="1959610" y="1038409"/>
                    <a:pt x="1939290" y="1066349"/>
                  </a:cubicBezTo>
                  <a:cubicBezTo>
                    <a:pt x="1912620" y="1101909"/>
                    <a:pt x="1865630" y="1152709"/>
                    <a:pt x="1824990" y="1174299"/>
                  </a:cubicBezTo>
                  <a:cubicBezTo>
                    <a:pt x="1790700" y="1192079"/>
                    <a:pt x="1748790" y="1198429"/>
                    <a:pt x="1717040" y="1195889"/>
                  </a:cubicBezTo>
                  <a:cubicBezTo>
                    <a:pt x="1687830" y="1193349"/>
                    <a:pt x="1661160" y="1184459"/>
                    <a:pt x="1639570" y="1166679"/>
                  </a:cubicBezTo>
                  <a:cubicBezTo>
                    <a:pt x="1614170" y="1146359"/>
                    <a:pt x="1595120" y="1112069"/>
                    <a:pt x="1577340" y="1073969"/>
                  </a:cubicBezTo>
                  <a:cubicBezTo>
                    <a:pt x="1555750" y="1021899"/>
                    <a:pt x="1540510" y="939349"/>
                    <a:pt x="1531620" y="880929"/>
                  </a:cubicBezTo>
                  <a:cubicBezTo>
                    <a:pt x="1524000" y="831399"/>
                    <a:pt x="1520190" y="794569"/>
                    <a:pt x="1520190" y="743769"/>
                  </a:cubicBezTo>
                  <a:cubicBezTo>
                    <a:pt x="1521460" y="680269"/>
                    <a:pt x="1524000" y="587559"/>
                    <a:pt x="1543050" y="527869"/>
                  </a:cubicBezTo>
                  <a:cubicBezTo>
                    <a:pt x="1559560" y="478339"/>
                    <a:pt x="1591310" y="441509"/>
                    <a:pt x="1616710" y="402139"/>
                  </a:cubicBezTo>
                  <a:cubicBezTo>
                    <a:pt x="1638300" y="366579"/>
                    <a:pt x="1652270" y="337369"/>
                    <a:pt x="1684020" y="300539"/>
                  </a:cubicBezTo>
                  <a:cubicBezTo>
                    <a:pt x="1731010" y="248469"/>
                    <a:pt x="1814830" y="170999"/>
                    <a:pt x="1885950" y="127819"/>
                  </a:cubicBezTo>
                  <a:cubicBezTo>
                    <a:pt x="1948180" y="89719"/>
                    <a:pt x="2012950" y="68129"/>
                    <a:pt x="2082800" y="50349"/>
                  </a:cubicBezTo>
                  <a:cubicBezTo>
                    <a:pt x="2155190" y="31299"/>
                    <a:pt x="2225040" y="24949"/>
                    <a:pt x="2313940" y="17329"/>
                  </a:cubicBezTo>
                  <a:cubicBezTo>
                    <a:pt x="2433320" y="7169"/>
                    <a:pt x="2618740" y="-2991"/>
                    <a:pt x="2740660" y="819"/>
                  </a:cubicBezTo>
                  <a:cubicBezTo>
                    <a:pt x="2832100" y="3359"/>
                    <a:pt x="2899410" y="2089"/>
                    <a:pt x="2980690" y="24949"/>
                  </a:cubicBezTo>
                  <a:cubicBezTo>
                    <a:pt x="3077210" y="52889"/>
                    <a:pt x="3233420" y="137979"/>
                    <a:pt x="3277870" y="173539"/>
                  </a:cubicBezTo>
                  <a:cubicBezTo>
                    <a:pt x="3294380" y="186239"/>
                    <a:pt x="3300730" y="193859"/>
                    <a:pt x="3305810" y="206559"/>
                  </a:cubicBezTo>
                  <a:cubicBezTo>
                    <a:pt x="3309620" y="219259"/>
                    <a:pt x="3310890" y="237039"/>
                    <a:pt x="3307080" y="249739"/>
                  </a:cubicBezTo>
                  <a:cubicBezTo>
                    <a:pt x="3303270" y="262439"/>
                    <a:pt x="3294380" y="276409"/>
                    <a:pt x="3281680" y="284029"/>
                  </a:cubicBezTo>
                  <a:cubicBezTo>
                    <a:pt x="3266440" y="292919"/>
                    <a:pt x="3237230" y="299269"/>
                    <a:pt x="3219450" y="292919"/>
                  </a:cubicBezTo>
                  <a:cubicBezTo>
                    <a:pt x="3201670" y="286569"/>
                    <a:pt x="3182620" y="262439"/>
                    <a:pt x="3177540" y="245929"/>
                  </a:cubicBezTo>
                  <a:cubicBezTo>
                    <a:pt x="3172460" y="231959"/>
                    <a:pt x="3175000" y="215449"/>
                    <a:pt x="3181350" y="204019"/>
                  </a:cubicBezTo>
                  <a:cubicBezTo>
                    <a:pt x="3186430" y="191319"/>
                    <a:pt x="3196590" y="177349"/>
                    <a:pt x="3209290" y="170999"/>
                  </a:cubicBezTo>
                  <a:cubicBezTo>
                    <a:pt x="3224530" y="164649"/>
                    <a:pt x="3256280" y="163379"/>
                    <a:pt x="3272790" y="169729"/>
                  </a:cubicBezTo>
                  <a:cubicBezTo>
                    <a:pt x="3285490" y="174809"/>
                    <a:pt x="3296920" y="187509"/>
                    <a:pt x="3302000" y="200209"/>
                  </a:cubicBezTo>
                  <a:cubicBezTo>
                    <a:pt x="3308350" y="211639"/>
                    <a:pt x="3310890" y="229419"/>
                    <a:pt x="3308350" y="242119"/>
                  </a:cubicBezTo>
                  <a:cubicBezTo>
                    <a:pt x="3305810" y="256089"/>
                    <a:pt x="3298190" y="271329"/>
                    <a:pt x="3286760" y="280219"/>
                  </a:cubicBezTo>
                  <a:cubicBezTo>
                    <a:pt x="3274060" y="290379"/>
                    <a:pt x="3252470" y="297999"/>
                    <a:pt x="3225800" y="295459"/>
                  </a:cubicBezTo>
                  <a:cubicBezTo>
                    <a:pt x="3168650" y="286569"/>
                    <a:pt x="3051810" y="174809"/>
                    <a:pt x="2966720" y="146869"/>
                  </a:cubicBezTo>
                  <a:cubicBezTo>
                    <a:pt x="2891790" y="122739"/>
                    <a:pt x="2829560" y="124009"/>
                    <a:pt x="2743200" y="121469"/>
                  </a:cubicBezTo>
                  <a:cubicBezTo>
                    <a:pt x="2627630" y="116389"/>
                    <a:pt x="2443480" y="130359"/>
                    <a:pt x="2330450" y="141789"/>
                  </a:cubicBezTo>
                  <a:cubicBezTo>
                    <a:pt x="2251710" y="148139"/>
                    <a:pt x="2192020" y="153219"/>
                    <a:pt x="2129790" y="169729"/>
                  </a:cubicBezTo>
                  <a:cubicBezTo>
                    <a:pt x="2071370" y="184969"/>
                    <a:pt x="2018030" y="204019"/>
                    <a:pt x="1965960" y="234499"/>
                  </a:cubicBezTo>
                  <a:cubicBezTo>
                    <a:pt x="1907540" y="270059"/>
                    <a:pt x="1846580" y="323399"/>
                    <a:pt x="1798320" y="376739"/>
                  </a:cubicBezTo>
                  <a:cubicBezTo>
                    <a:pt x="1751330" y="427539"/>
                    <a:pt x="1704340" y="484689"/>
                    <a:pt x="1681480" y="545649"/>
                  </a:cubicBezTo>
                  <a:cubicBezTo>
                    <a:pt x="1659890" y="604069"/>
                    <a:pt x="1659890" y="661219"/>
                    <a:pt x="1661160" y="732339"/>
                  </a:cubicBezTo>
                  <a:cubicBezTo>
                    <a:pt x="1663700" y="825049"/>
                    <a:pt x="1670050" y="1023169"/>
                    <a:pt x="1713230" y="1054919"/>
                  </a:cubicBezTo>
                  <a:cubicBezTo>
                    <a:pt x="1733550" y="1071429"/>
                    <a:pt x="1774190" y="1059999"/>
                    <a:pt x="1797050" y="1044759"/>
                  </a:cubicBezTo>
                  <a:cubicBezTo>
                    <a:pt x="1822450" y="1026979"/>
                    <a:pt x="1858010" y="979989"/>
                    <a:pt x="1851660" y="941889"/>
                  </a:cubicBezTo>
                  <a:cubicBezTo>
                    <a:pt x="1841500" y="877119"/>
                    <a:pt x="1676400" y="750119"/>
                    <a:pt x="1605280" y="710749"/>
                  </a:cubicBezTo>
                  <a:cubicBezTo>
                    <a:pt x="1563370" y="686619"/>
                    <a:pt x="1540510" y="682809"/>
                    <a:pt x="1489710" y="678999"/>
                  </a:cubicBezTo>
                  <a:cubicBezTo>
                    <a:pt x="1399540" y="672649"/>
                    <a:pt x="1229360" y="685349"/>
                    <a:pt x="1102360" y="728529"/>
                  </a:cubicBezTo>
                  <a:cubicBezTo>
                    <a:pt x="961390" y="778059"/>
                    <a:pt x="801370" y="886009"/>
                    <a:pt x="688340" y="977449"/>
                  </a:cubicBezTo>
                  <a:cubicBezTo>
                    <a:pt x="594360" y="1052379"/>
                    <a:pt x="520700" y="1140009"/>
                    <a:pt x="458470" y="1222559"/>
                  </a:cubicBezTo>
                  <a:cubicBezTo>
                    <a:pt x="402590" y="1294949"/>
                    <a:pt x="361950" y="1368609"/>
                    <a:pt x="323850" y="1440999"/>
                  </a:cubicBezTo>
                  <a:cubicBezTo>
                    <a:pt x="288290" y="1508309"/>
                    <a:pt x="260350" y="1575619"/>
                    <a:pt x="232410" y="1640389"/>
                  </a:cubicBezTo>
                  <a:cubicBezTo>
                    <a:pt x="207010" y="1703889"/>
                    <a:pt x="179070" y="1764849"/>
                    <a:pt x="160020" y="1828349"/>
                  </a:cubicBezTo>
                  <a:cubicBezTo>
                    <a:pt x="140970" y="1890579"/>
                    <a:pt x="137160" y="1985829"/>
                    <a:pt x="116840" y="2021389"/>
                  </a:cubicBezTo>
                  <a:cubicBezTo>
                    <a:pt x="106680" y="2037899"/>
                    <a:pt x="96520" y="2045519"/>
                    <a:pt x="83820" y="2050599"/>
                  </a:cubicBezTo>
                  <a:cubicBezTo>
                    <a:pt x="71120" y="2055679"/>
                    <a:pt x="53340" y="2056949"/>
                    <a:pt x="40640" y="2051869"/>
                  </a:cubicBezTo>
                  <a:cubicBezTo>
                    <a:pt x="27940" y="2048059"/>
                    <a:pt x="12700" y="2035359"/>
                    <a:pt x="6350" y="2023929"/>
                  </a:cubicBezTo>
                  <a:cubicBezTo>
                    <a:pt x="0" y="2011229"/>
                    <a:pt x="0" y="1979479"/>
                    <a:pt x="0" y="197947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573702" y="2084070"/>
            <a:ext cx="182880" cy="188595"/>
            <a:chOff x="0" y="0"/>
            <a:chExt cx="243840" cy="2514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7065" y="50236"/>
              <a:ext cx="145975" cy="149963"/>
            </a:xfrm>
            <a:custGeom>
              <a:avLst/>
              <a:gdLst/>
              <a:ahLst/>
              <a:cxnLst/>
              <a:rect r="r" b="b" t="t" l="l"/>
              <a:pathLst>
                <a:path h="149963" w="145975">
                  <a:moveTo>
                    <a:pt x="145975" y="51364"/>
                  </a:moveTo>
                  <a:cubicBezTo>
                    <a:pt x="126925" y="131374"/>
                    <a:pt x="115495" y="137724"/>
                    <a:pt x="105335" y="142804"/>
                  </a:cubicBezTo>
                  <a:cubicBezTo>
                    <a:pt x="93905" y="147884"/>
                    <a:pt x="82475" y="151694"/>
                    <a:pt x="68505" y="149154"/>
                  </a:cubicBezTo>
                  <a:cubicBezTo>
                    <a:pt x="50725" y="146614"/>
                    <a:pt x="18975" y="131374"/>
                    <a:pt x="8815" y="113594"/>
                  </a:cubicBezTo>
                  <a:cubicBezTo>
                    <a:pt x="-2615" y="94544"/>
                    <a:pt x="-1345" y="60254"/>
                    <a:pt x="3735" y="42474"/>
                  </a:cubicBezTo>
                  <a:cubicBezTo>
                    <a:pt x="7545" y="29774"/>
                    <a:pt x="15165" y="20884"/>
                    <a:pt x="26595" y="13264"/>
                  </a:cubicBezTo>
                  <a:cubicBezTo>
                    <a:pt x="41835" y="4374"/>
                    <a:pt x="77395" y="-1976"/>
                    <a:pt x="96445" y="564"/>
                  </a:cubicBezTo>
                  <a:cubicBezTo>
                    <a:pt x="109145" y="3104"/>
                    <a:pt x="126925" y="19614"/>
                    <a:pt x="126925" y="1961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859086" y="8900160"/>
            <a:ext cx="2278380" cy="1051560"/>
            <a:chOff x="0" y="0"/>
            <a:chExt cx="3037840" cy="1402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139" y="42230"/>
              <a:ext cx="2935770" cy="1307868"/>
            </a:xfrm>
            <a:custGeom>
              <a:avLst/>
              <a:gdLst/>
              <a:ahLst/>
              <a:cxnLst/>
              <a:rect r="r" b="b" t="t" l="l"/>
              <a:pathLst>
                <a:path h="1307868" w="2935770">
                  <a:moveTo>
                    <a:pt x="89561" y="728660"/>
                  </a:moveTo>
                  <a:cubicBezTo>
                    <a:pt x="793141" y="1075370"/>
                    <a:pt x="857911" y="1093150"/>
                    <a:pt x="936651" y="1116010"/>
                  </a:cubicBezTo>
                  <a:cubicBezTo>
                    <a:pt x="1010311" y="1137600"/>
                    <a:pt x="1082701" y="1157920"/>
                    <a:pt x="1155091" y="1170620"/>
                  </a:cubicBezTo>
                  <a:cubicBezTo>
                    <a:pt x="1224941" y="1183320"/>
                    <a:pt x="1293521" y="1194750"/>
                    <a:pt x="1362101" y="1193480"/>
                  </a:cubicBezTo>
                  <a:cubicBezTo>
                    <a:pt x="1428141" y="1192210"/>
                    <a:pt x="1495451" y="1183320"/>
                    <a:pt x="1557681" y="1164270"/>
                  </a:cubicBezTo>
                  <a:cubicBezTo>
                    <a:pt x="1618641" y="1145220"/>
                    <a:pt x="1677061" y="1116010"/>
                    <a:pt x="1729131" y="1077910"/>
                  </a:cubicBezTo>
                  <a:cubicBezTo>
                    <a:pt x="1783741" y="1038540"/>
                    <a:pt x="1833271" y="983930"/>
                    <a:pt x="1873911" y="929320"/>
                  </a:cubicBezTo>
                  <a:cubicBezTo>
                    <a:pt x="1914551" y="875980"/>
                    <a:pt x="1947571" y="818830"/>
                    <a:pt x="1972971" y="755330"/>
                  </a:cubicBezTo>
                  <a:cubicBezTo>
                    <a:pt x="2000911" y="686750"/>
                    <a:pt x="2017421" y="609280"/>
                    <a:pt x="2033931" y="530540"/>
                  </a:cubicBezTo>
                  <a:cubicBezTo>
                    <a:pt x="2050441" y="442910"/>
                    <a:pt x="2082191" y="315910"/>
                    <a:pt x="2069491" y="251140"/>
                  </a:cubicBezTo>
                  <a:cubicBezTo>
                    <a:pt x="2063141" y="214310"/>
                    <a:pt x="2047901" y="188910"/>
                    <a:pt x="2026311" y="169860"/>
                  </a:cubicBezTo>
                  <a:cubicBezTo>
                    <a:pt x="2002181" y="148270"/>
                    <a:pt x="1955191" y="122870"/>
                    <a:pt x="1929791" y="129220"/>
                  </a:cubicBezTo>
                  <a:cubicBezTo>
                    <a:pt x="1904391" y="136840"/>
                    <a:pt x="1885341" y="176210"/>
                    <a:pt x="1873911" y="209230"/>
                  </a:cubicBezTo>
                  <a:cubicBezTo>
                    <a:pt x="1858671" y="251140"/>
                    <a:pt x="1852321" y="317180"/>
                    <a:pt x="1865021" y="366710"/>
                  </a:cubicBezTo>
                  <a:cubicBezTo>
                    <a:pt x="1877721" y="416240"/>
                    <a:pt x="1908201" y="456880"/>
                    <a:pt x="1948841" y="505140"/>
                  </a:cubicBezTo>
                  <a:cubicBezTo>
                    <a:pt x="2004721" y="571180"/>
                    <a:pt x="2127911" y="670240"/>
                    <a:pt x="2188871" y="710880"/>
                  </a:cubicBezTo>
                  <a:cubicBezTo>
                    <a:pt x="2221891" y="733740"/>
                    <a:pt x="2240941" y="741360"/>
                    <a:pt x="2271421" y="754060"/>
                  </a:cubicBezTo>
                  <a:cubicBezTo>
                    <a:pt x="2308251" y="769300"/>
                    <a:pt x="2355241" y="784540"/>
                    <a:pt x="2398421" y="793430"/>
                  </a:cubicBezTo>
                  <a:cubicBezTo>
                    <a:pt x="2440331" y="802320"/>
                    <a:pt x="2488591" y="811210"/>
                    <a:pt x="2526691" y="811210"/>
                  </a:cubicBezTo>
                  <a:cubicBezTo>
                    <a:pt x="2557171" y="809940"/>
                    <a:pt x="2581301" y="807400"/>
                    <a:pt x="2609241" y="797240"/>
                  </a:cubicBezTo>
                  <a:cubicBezTo>
                    <a:pt x="2642261" y="785810"/>
                    <a:pt x="2677821" y="760410"/>
                    <a:pt x="2707031" y="736280"/>
                  </a:cubicBezTo>
                  <a:cubicBezTo>
                    <a:pt x="2736241" y="713420"/>
                    <a:pt x="2769261" y="688020"/>
                    <a:pt x="2784501" y="658810"/>
                  </a:cubicBezTo>
                  <a:cubicBezTo>
                    <a:pt x="2798471" y="633410"/>
                    <a:pt x="2789581" y="595310"/>
                    <a:pt x="2801011" y="574990"/>
                  </a:cubicBezTo>
                  <a:cubicBezTo>
                    <a:pt x="2808631" y="561020"/>
                    <a:pt x="2821331" y="549590"/>
                    <a:pt x="2835301" y="544510"/>
                  </a:cubicBezTo>
                  <a:cubicBezTo>
                    <a:pt x="2848001" y="538160"/>
                    <a:pt x="2867051" y="536890"/>
                    <a:pt x="2881021" y="540700"/>
                  </a:cubicBezTo>
                  <a:cubicBezTo>
                    <a:pt x="2894991" y="544510"/>
                    <a:pt x="2911501" y="554670"/>
                    <a:pt x="2920391" y="566100"/>
                  </a:cubicBezTo>
                  <a:cubicBezTo>
                    <a:pt x="2929281" y="577530"/>
                    <a:pt x="2936901" y="594040"/>
                    <a:pt x="2935631" y="609280"/>
                  </a:cubicBezTo>
                  <a:cubicBezTo>
                    <a:pt x="2934361" y="628330"/>
                    <a:pt x="2921661" y="658810"/>
                    <a:pt x="2905151" y="670240"/>
                  </a:cubicBezTo>
                  <a:cubicBezTo>
                    <a:pt x="2888641" y="681670"/>
                    <a:pt x="2855621" y="684210"/>
                    <a:pt x="2837841" y="679130"/>
                  </a:cubicBezTo>
                  <a:cubicBezTo>
                    <a:pt x="2822601" y="675320"/>
                    <a:pt x="2809901" y="662620"/>
                    <a:pt x="2802281" y="649920"/>
                  </a:cubicBezTo>
                  <a:cubicBezTo>
                    <a:pt x="2794661" y="637220"/>
                    <a:pt x="2789581" y="619440"/>
                    <a:pt x="2790851" y="605470"/>
                  </a:cubicBezTo>
                  <a:cubicBezTo>
                    <a:pt x="2792121" y="590230"/>
                    <a:pt x="2799741" y="573720"/>
                    <a:pt x="2809901" y="562290"/>
                  </a:cubicBezTo>
                  <a:cubicBezTo>
                    <a:pt x="2818791" y="552130"/>
                    <a:pt x="2834031" y="541970"/>
                    <a:pt x="2850541" y="539430"/>
                  </a:cubicBezTo>
                  <a:cubicBezTo>
                    <a:pt x="2868321" y="538160"/>
                    <a:pt x="2901341" y="545780"/>
                    <a:pt x="2915311" y="559750"/>
                  </a:cubicBezTo>
                  <a:cubicBezTo>
                    <a:pt x="2929281" y="573720"/>
                    <a:pt x="2935631" y="600390"/>
                    <a:pt x="2934361" y="624520"/>
                  </a:cubicBezTo>
                  <a:cubicBezTo>
                    <a:pt x="2933091" y="661350"/>
                    <a:pt x="2914041" y="715960"/>
                    <a:pt x="2886101" y="756600"/>
                  </a:cubicBezTo>
                  <a:cubicBezTo>
                    <a:pt x="2849271" y="808670"/>
                    <a:pt x="2771801" y="872170"/>
                    <a:pt x="2721001" y="900110"/>
                  </a:cubicBezTo>
                  <a:cubicBezTo>
                    <a:pt x="2686711" y="917890"/>
                    <a:pt x="2658771" y="920430"/>
                    <a:pt x="2625751" y="926780"/>
                  </a:cubicBezTo>
                  <a:cubicBezTo>
                    <a:pt x="2588921" y="934400"/>
                    <a:pt x="2552091" y="939480"/>
                    <a:pt x="2510181" y="938210"/>
                  </a:cubicBezTo>
                  <a:cubicBezTo>
                    <a:pt x="2464461" y="938210"/>
                    <a:pt x="2411121" y="930590"/>
                    <a:pt x="2360321" y="919160"/>
                  </a:cubicBezTo>
                  <a:cubicBezTo>
                    <a:pt x="2309521" y="909000"/>
                    <a:pt x="2252371" y="893760"/>
                    <a:pt x="2206651" y="874710"/>
                  </a:cubicBezTo>
                  <a:cubicBezTo>
                    <a:pt x="2166011" y="858200"/>
                    <a:pt x="2140611" y="844230"/>
                    <a:pt x="2098701" y="813750"/>
                  </a:cubicBezTo>
                  <a:cubicBezTo>
                    <a:pt x="2026311" y="762950"/>
                    <a:pt x="1891691" y="661350"/>
                    <a:pt x="1828191" y="578800"/>
                  </a:cubicBezTo>
                  <a:cubicBezTo>
                    <a:pt x="1776121" y="511490"/>
                    <a:pt x="1736751" y="440370"/>
                    <a:pt x="1722781" y="367980"/>
                  </a:cubicBezTo>
                  <a:cubicBezTo>
                    <a:pt x="1710081" y="301940"/>
                    <a:pt x="1725321" y="216850"/>
                    <a:pt x="1738021" y="164780"/>
                  </a:cubicBezTo>
                  <a:cubicBezTo>
                    <a:pt x="1746911" y="129220"/>
                    <a:pt x="1755801" y="105090"/>
                    <a:pt x="1774851" y="79690"/>
                  </a:cubicBezTo>
                  <a:cubicBezTo>
                    <a:pt x="1792631" y="54290"/>
                    <a:pt x="1818031" y="28890"/>
                    <a:pt x="1851051" y="14920"/>
                  </a:cubicBezTo>
                  <a:cubicBezTo>
                    <a:pt x="1892961" y="-1590"/>
                    <a:pt x="1971701" y="-5400"/>
                    <a:pt x="2016151" y="8570"/>
                  </a:cubicBezTo>
                  <a:cubicBezTo>
                    <a:pt x="2054251" y="20000"/>
                    <a:pt x="2082191" y="50480"/>
                    <a:pt x="2108861" y="74610"/>
                  </a:cubicBezTo>
                  <a:cubicBezTo>
                    <a:pt x="2131721" y="96200"/>
                    <a:pt x="2155851" y="115250"/>
                    <a:pt x="2168551" y="144460"/>
                  </a:cubicBezTo>
                  <a:cubicBezTo>
                    <a:pt x="2183791" y="176210"/>
                    <a:pt x="2186331" y="213040"/>
                    <a:pt x="2186331" y="261300"/>
                  </a:cubicBezTo>
                  <a:cubicBezTo>
                    <a:pt x="2187601" y="337500"/>
                    <a:pt x="2163471" y="465770"/>
                    <a:pt x="2144421" y="561020"/>
                  </a:cubicBezTo>
                  <a:cubicBezTo>
                    <a:pt x="2125371" y="648650"/>
                    <a:pt x="2105051" y="735010"/>
                    <a:pt x="2073301" y="812480"/>
                  </a:cubicBezTo>
                  <a:cubicBezTo>
                    <a:pt x="2041551" y="883600"/>
                    <a:pt x="2003451" y="949640"/>
                    <a:pt x="1956461" y="1010600"/>
                  </a:cubicBezTo>
                  <a:cubicBezTo>
                    <a:pt x="1906931" y="1072830"/>
                    <a:pt x="1845971" y="1135060"/>
                    <a:pt x="1781201" y="1179510"/>
                  </a:cubicBezTo>
                  <a:cubicBezTo>
                    <a:pt x="1718971" y="1223960"/>
                    <a:pt x="1647851" y="1256980"/>
                    <a:pt x="1575461" y="1277300"/>
                  </a:cubicBezTo>
                  <a:cubicBezTo>
                    <a:pt x="1503071" y="1298890"/>
                    <a:pt x="1425601" y="1307780"/>
                    <a:pt x="1350671" y="1307780"/>
                  </a:cubicBezTo>
                  <a:cubicBezTo>
                    <a:pt x="1275741" y="1309050"/>
                    <a:pt x="1202081" y="1296350"/>
                    <a:pt x="1127151" y="1283650"/>
                  </a:cubicBezTo>
                  <a:cubicBezTo>
                    <a:pt x="1050951" y="1269680"/>
                    <a:pt x="976021" y="1249360"/>
                    <a:pt x="898551" y="1227770"/>
                  </a:cubicBezTo>
                  <a:cubicBezTo>
                    <a:pt x="816001" y="1203640"/>
                    <a:pt x="746151" y="1183320"/>
                    <a:pt x="644551" y="1141410"/>
                  </a:cubicBezTo>
                  <a:cubicBezTo>
                    <a:pt x="480721" y="1072830"/>
                    <a:pt x="85751" y="892490"/>
                    <a:pt x="22251" y="831530"/>
                  </a:cubicBezTo>
                  <a:cubicBezTo>
                    <a:pt x="5741" y="816290"/>
                    <a:pt x="3201" y="806130"/>
                    <a:pt x="661" y="792160"/>
                  </a:cubicBezTo>
                  <a:cubicBezTo>
                    <a:pt x="-1879" y="779460"/>
                    <a:pt x="3201" y="761680"/>
                    <a:pt x="10821" y="750250"/>
                  </a:cubicBezTo>
                  <a:cubicBezTo>
                    <a:pt x="18441" y="738820"/>
                    <a:pt x="32411" y="727390"/>
                    <a:pt x="46381" y="723580"/>
                  </a:cubicBezTo>
                  <a:cubicBezTo>
                    <a:pt x="59081" y="719770"/>
                    <a:pt x="89561" y="728660"/>
                    <a:pt x="89561" y="72866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252257" y="9241155"/>
            <a:ext cx="188595" cy="184785"/>
            <a:chOff x="0" y="0"/>
            <a:chExt cx="251460" cy="2463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604" y="50746"/>
              <a:ext cx="148786" cy="147477"/>
            </a:xfrm>
            <a:custGeom>
              <a:avLst/>
              <a:gdLst/>
              <a:ahLst/>
              <a:cxnLst/>
              <a:rect r="r" b="b" t="t" l="l"/>
              <a:pathLst>
                <a:path h="147477" w="148786">
                  <a:moveTo>
                    <a:pt x="148786" y="52124"/>
                  </a:moveTo>
                  <a:cubicBezTo>
                    <a:pt x="128466" y="133404"/>
                    <a:pt x="119576" y="139754"/>
                    <a:pt x="106876" y="144834"/>
                  </a:cubicBezTo>
                  <a:cubicBezTo>
                    <a:pt x="89096" y="149914"/>
                    <a:pt x="53536" y="147374"/>
                    <a:pt x="3575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96" y="61014"/>
                    <a:pt x="15436" y="27994"/>
                    <a:pt x="28136" y="1529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808391" y="8750590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137466" y="1166336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800500" y="1744980"/>
            <a:ext cx="2866470" cy="517207"/>
            <a:chOff x="0" y="0"/>
            <a:chExt cx="3821961" cy="6896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9241" y="51260"/>
              <a:ext cx="3701265" cy="606321"/>
            </a:xfrm>
            <a:custGeom>
              <a:avLst/>
              <a:gdLst/>
              <a:ahLst/>
              <a:cxnLst/>
              <a:rect r="r" b="b" t="t" l="l"/>
              <a:pathLst>
                <a:path h="606321" w="3701265">
                  <a:moveTo>
                    <a:pt x="319608" y="27480"/>
                  </a:moveTo>
                  <a:cubicBezTo>
                    <a:pt x="3412779" y="3350"/>
                    <a:pt x="3426472" y="5890"/>
                    <a:pt x="3461466" y="14780"/>
                  </a:cubicBezTo>
                  <a:cubicBezTo>
                    <a:pt x="3496460" y="24940"/>
                    <a:pt x="3532976" y="41450"/>
                    <a:pt x="3561884" y="60500"/>
                  </a:cubicBezTo>
                  <a:cubicBezTo>
                    <a:pt x="3592314" y="78280"/>
                    <a:pt x="3619700" y="102410"/>
                    <a:pt x="3641001" y="129080"/>
                  </a:cubicBezTo>
                  <a:cubicBezTo>
                    <a:pt x="3662302" y="154480"/>
                    <a:pt x="3679038" y="184960"/>
                    <a:pt x="3688167" y="215440"/>
                  </a:cubicBezTo>
                  <a:cubicBezTo>
                    <a:pt x="3698817" y="245920"/>
                    <a:pt x="3703382" y="278940"/>
                    <a:pt x="3700339" y="309420"/>
                  </a:cubicBezTo>
                  <a:cubicBezTo>
                    <a:pt x="3698817" y="341170"/>
                    <a:pt x="3689688" y="374190"/>
                    <a:pt x="3675995" y="402130"/>
                  </a:cubicBezTo>
                  <a:cubicBezTo>
                    <a:pt x="3662302" y="431340"/>
                    <a:pt x="3641001" y="460550"/>
                    <a:pt x="3618179" y="484680"/>
                  </a:cubicBezTo>
                  <a:cubicBezTo>
                    <a:pt x="3593835" y="507540"/>
                    <a:pt x="3563406" y="529130"/>
                    <a:pt x="3529933" y="545640"/>
                  </a:cubicBezTo>
                  <a:cubicBezTo>
                    <a:pt x="3497982" y="562150"/>
                    <a:pt x="3461466" y="574850"/>
                    <a:pt x="3424951" y="581200"/>
                  </a:cubicBezTo>
                  <a:cubicBezTo>
                    <a:pt x="3388435" y="587550"/>
                    <a:pt x="3348877" y="590090"/>
                    <a:pt x="3310840" y="586280"/>
                  </a:cubicBezTo>
                  <a:cubicBezTo>
                    <a:pt x="3274324" y="582470"/>
                    <a:pt x="3234766" y="573580"/>
                    <a:pt x="3201293" y="560880"/>
                  </a:cubicBezTo>
                  <a:cubicBezTo>
                    <a:pt x="3167821" y="546910"/>
                    <a:pt x="3134348" y="529130"/>
                    <a:pt x="3106961" y="507540"/>
                  </a:cubicBezTo>
                  <a:cubicBezTo>
                    <a:pt x="3079575" y="485950"/>
                    <a:pt x="3055231" y="459280"/>
                    <a:pt x="3038495" y="431340"/>
                  </a:cubicBezTo>
                  <a:cubicBezTo>
                    <a:pt x="3020237" y="403400"/>
                    <a:pt x="3008065" y="371650"/>
                    <a:pt x="3001979" y="341170"/>
                  </a:cubicBezTo>
                  <a:cubicBezTo>
                    <a:pt x="2995893" y="310690"/>
                    <a:pt x="2995893" y="277670"/>
                    <a:pt x="3001979" y="245920"/>
                  </a:cubicBezTo>
                  <a:cubicBezTo>
                    <a:pt x="3008065" y="215440"/>
                    <a:pt x="3020237" y="183690"/>
                    <a:pt x="3038495" y="155750"/>
                  </a:cubicBezTo>
                  <a:cubicBezTo>
                    <a:pt x="3055231" y="129080"/>
                    <a:pt x="3079575" y="102410"/>
                    <a:pt x="3106961" y="80820"/>
                  </a:cubicBezTo>
                  <a:cubicBezTo>
                    <a:pt x="3134348" y="59230"/>
                    <a:pt x="3167821" y="40180"/>
                    <a:pt x="3201293" y="27480"/>
                  </a:cubicBezTo>
                  <a:cubicBezTo>
                    <a:pt x="3234766" y="13510"/>
                    <a:pt x="3274324" y="4620"/>
                    <a:pt x="3310840" y="2080"/>
                  </a:cubicBezTo>
                  <a:cubicBezTo>
                    <a:pt x="3348877" y="-1730"/>
                    <a:pt x="3388435" y="-460"/>
                    <a:pt x="3424951" y="7160"/>
                  </a:cubicBezTo>
                  <a:cubicBezTo>
                    <a:pt x="3461466" y="13510"/>
                    <a:pt x="3497982" y="26210"/>
                    <a:pt x="3529933" y="41450"/>
                  </a:cubicBezTo>
                  <a:cubicBezTo>
                    <a:pt x="3563406" y="57960"/>
                    <a:pt x="3593835" y="79550"/>
                    <a:pt x="3618179" y="103680"/>
                  </a:cubicBezTo>
                  <a:cubicBezTo>
                    <a:pt x="3641001" y="127810"/>
                    <a:pt x="3662302" y="155750"/>
                    <a:pt x="3675995" y="184960"/>
                  </a:cubicBezTo>
                  <a:cubicBezTo>
                    <a:pt x="3689688" y="214170"/>
                    <a:pt x="3698817" y="247190"/>
                    <a:pt x="3700339" y="277670"/>
                  </a:cubicBezTo>
                  <a:cubicBezTo>
                    <a:pt x="3703382" y="309420"/>
                    <a:pt x="3698817" y="342440"/>
                    <a:pt x="3688167" y="372920"/>
                  </a:cubicBezTo>
                  <a:cubicBezTo>
                    <a:pt x="3679038" y="402130"/>
                    <a:pt x="3660780" y="432610"/>
                    <a:pt x="3641001" y="459280"/>
                  </a:cubicBezTo>
                  <a:cubicBezTo>
                    <a:pt x="3619700" y="484680"/>
                    <a:pt x="3592314" y="508810"/>
                    <a:pt x="3561884" y="527860"/>
                  </a:cubicBezTo>
                  <a:cubicBezTo>
                    <a:pt x="3532976" y="546910"/>
                    <a:pt x="3496460" y="562150"/>
                    <a:pt x="3461466" y="572310"/>
                  </a:cubicBezTo>
                  <a:cubicBezTo>
                    <a:pt x="3426472" y="582470"/>
                    <a:pt x="3412779" y="583740"/>
                    <a:pt x="3348877" y="587550"/>
                  </a:cubicBezTo>
                  <a:cubicBezTo>
                    <a:pt x="3018715" y="607870"/>
                    <a:pt x="596517" y="628190"/>
                    <a:pt x="242012" y="553260"/>
                  </a:cubicBezTo>
                  <a:cubicBezTo>
                    <a:pt x="164417" y="536750"/>
                    <a:pt x="140073" y="515160"/>
                    <a:pt x="106601" y="493570"/>
                  </a:cubicBezTo>
                  <a:cubicBezTo>
                    <a:pt x="83778" y="478330"/>
                    <a:pt x="70085" y="463090"/>
                    <a:pt x="56392" y="445310"/>
                  </a:cubicBezTo>
                  <a:cubicBezTo>
                    <a:pt x="41177" y="427530"/>
                    <a:pt x="29005" y="412290"/>
                    <a:pt x="19876" y="388160"/>
                  </a:cubicBezTo>
                  <a:cubicBezTo>
                    <a:pt x="7704" y="355140"/>
                    <a:pt x="-4468" y="303070"/>
                    <a:pt x="1618" y="261160"/>
                  </a:cubicBezTo>
                  <a:cubicBezTo>
                    <a:pt x="7704" y="220520"/>
                    <a:pt x="35091" y="172260"/>
                    <a:pt x="56392" y="141780"/>
                  </a:cubicBezTo>
                  <a:cubicBezTo>
                    <a:pt x="71606" y="121460"/>
                    <a:pt x="83778" y="110030"/>
                    <a:pt x="106600" y="94790"/>
                  </a:cubicBezTo>
                  <a:cubicBezTo>
                    <a:pt x="140073" y="73200"/>
                    <a:pt x="202454" y="45260"/>
                    <a:pt x="242012" y="35100"/>
                  </a:cubicBezTo>
                  <a:cubicBezTo>
                    <a:pt x="270920" y="27480"/>
                    <a:pt x="319608" y="27480"/>
                    <a:pt x="319608" y="27480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622912" y="5683568"/>
            <a:ext cx="3036438" cy="505778"/>
            <a:chOff x="0" y="0"/>
            <a:chExt cx="4048584" cy="6743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0964" y="50800"/>
              <a:ext cx="3927773" cy="591213"/>
            </a:xfrm>
            <a:custGeom>
              <a:avLst/>
              <a:gdLst/>
              <a:ahLst/>
              <a:cxnLst/>
              <a:rect r="r" b="b" t="t" l="l"/>
              <a:pathLst>
                <a:path h="591213" w="3927773">
                  <a:moveTo>
                    <a:pt x="340174" y="20320"/>
                  </a:moveTo>
                  <a:cubicBezTo>
                    <a:pt x="3736909" y="25400"/>
                    <a:pt x="3764406" y="49530"/>
                    <a:pt x="3803226" y="72390"/>
                  </a:cubicBezTo>
                  <a:cubicBezTo>
                    <a:pt x="3829106" y="88900"/>
                    <a:pt x="3843663" y="101600"/>
                    <a:pt x="3861455" y="123190"/>
                  </a:cubicBezTo>
                  <a:cubicBezTo>
                    <a:pt x="3885718" y="156210"/>
                    <a:pt x="3913216" y="214630"/>
                    <a:pt x="3922920" y="251460"/>
                  </a:cubicBezTo>
                  <a:cubicBezTo>
                    <a:pt x="3929390" y="278130"/>
                    <a:pt x="3929390" y="294640"/>
                    <a:pt x="3922920" y="321310"/>
                  </a:cubicBezTo>
                  <a:cubicBezTo>
                    <a:pt x="3913216" y="356870"/>
                    <a:pt x="3885718" y="416560"/>
                    <a:pt x="3861455" y="448310"/>
                  </a:cubicBezTo>
                  <a:cubicBezTo>
                    <a:pt x="3843663" y="471170"/>
                    <a:pt x="3824254" y="485140"/>
                    <a:pt x="3801608" y="500380"/>
                  </a:cubicBezTo>
                  <a:cubicBezTo>
                    <a:pt x="3780581" y="515620"/>
                    <a:pt x="3761171" y="528320"/>
                    <a:pt x="3730439" y="539750"/>
                  </a:cubicBezTo>
                  <a:cubicBezTo>
                    <a:pt x="3686767" y="554990"/>
                    <a:pt x="3612362" y="570230"/>
                    <a:pt x="3560602" y="572770"/>
                  </a:cubicBezTo>
                  <a:cubicBezTo>
                    <a:pt x="3518547" y="574040"/>
                    <a:pt x="3481345" y="566420"/>
                    <a:pt x="3444143" y="557530"/>
                  </a:cubicBezTo>
                  <a:cubicBezTo>
                    <a:pt x="3406940" y="547370"/>
                    <a:pt x="3371356" y="532130"/>
                    <a:pt x="3340623" y="514350"/>
                  </a:cubicBezTo>
                  <a:cubicBezTo>
                    <a:pt x="3309891" y="495300"/>
                    <a:pt x="3280776" y="472440"/>
                    <a:pt x="3259748" y="447040"/>
                  </a:cubicBezTo>
                  <a:cubicBezTo>
                    <a:pt x="3237104" y="421640"/>
                    <a:pt x="3219311" y="392430"/>
                    <a:pt x="3209606" y="363220"/>
                  </a:cubicBezTo>
                  <a:cubicBezTo>
                    <a:pt x="3199901" y="334010"/>
                    <a:pt x="3195048" y="300990"/>
                    <a:pt x="3196666" y="270510"/>
                  </a:cubicBezTo>
                  <a:cubicBezTo>
                    <a:pt x="3198284" y="240030"/>
                    <a:pt x="3207989" y="208280"/>
                    <a:pt x="3222546" y="180340"/>
                  </a:cubicBezTo>
                  <a:cubicBezTo>
                    <a:pt x="3237104" y="152400"/>
                    <a:pt x="3258131" y="124460"/>
                    <a:pt x="3282394" y="101600"/>
                  </a:cubicBezTo>
                  <a:cubicBezTo>
                    <a:pt x="3308273" y="77470"/>
                    <a:pt x="3339006" y="57150"/>
                    <a:pt x="3372973" y="40640"/>
                  </a:cubicBezTo>
                  <a:cubicBezTo>
                    <a:pt x="3406940" y="25400"/>
                    <a:pt x="3444143" y="13970"/>
                    <a:pt x="3482962" y="6350"/>
                  </a:cubicBezTo>
                  <a:cubicBezTo>
                    <a:pt x="3520165" y="0"/>
                    <a:pt x="3562219" y="-1270"/>
                    <a:pt x="3601039" y="1270"/>
                  </a:cubicBezTo>
                  <a:cubicBezTo>
                    <a:pt x="3638242" y="5080"/>
                    <a:pt x="3678679" y="13970"/>
                    <a:pt x="3714264" y="26670"/>
                  </a:cubicBezTo>
                  <a:cubicBezTo>
                    <a:pt x="3748231" y="39370"/>
                    <a:pt x="3783816" y="57150"/>
                    <a:pt x="3811314" y="78740"/>
                  </a:cubicBezTo>
                  <a:cubicBezTo>
                    <a:pt x="3838811" y="99060"/>
                    <a:pt x="3864691" y="125730"/>
                    <a:pt x="3882483" y="152400"/>
                  </a:cubicBezTo>
                  <a:cubicBezTo>
                    <a:pt x="3900276" y="179070"/>
                    <a:pt x="3914833" y="209550"/>
                    <a:pt x="3919685" y="240030"/>
                  </a:cubicBezTo>
                  <a:cubicBezTo>
                    <a:pt x="3926155" y="270510"/>
                    <a:pt x="3926155" y="302260"/>
                    <a:pt x="3919685" y="332740"/>
                  </a:cubicBezTo>
                  <a:cubicBezTo>
                    <a:pt x="3914833" y="361950"/>
                    <a:pt x="3900276" y="393700"/>
                    <a:pt x="3882483" y="420370"/>
                  </a:cubicBezTo>
                  <a:cubicBezTo>
                    <a:pt x="3864691" y="447040"/>
                    <a:pt x="3838811" y="472440"/>
                    <a:pt x="3811314" y="494030"/>
                  </a:cubicBezTo>
                  <a:cubicBezTo>
                    <a:pt x="3783816" y="514350"/>
                    <a:pt x="3748231" y="533400"/>
                    <a:pt x="3714264" y="546100"/>
                  </a:cubicBezTo>
                  <a:cubicBezTo>
                    <a:pt x="3678679" y="558800"/>
                    <a:pt x="3638242" y="567690"/>
                    <a:pt x="3599422" y="570230"/>
                  </a:cubicBezTo>
                  <a:cubicBezTo>
                    <a:pt x="3562219" y="574040"/>
                    <a:pt x="3520165" y="572770"/>
                    <a:pt x="3482962" y="565150"/>
                  </a:cubicBezTo>
                  <a:cubicBezTo>
                    <a:pt x="3444143" y="558800"/>
                    <a:pt x="3405322" y="547370"/>
                    <a:pt x="3372973" y="530860"/>
                  </a:cubicBezTo>
                  <a:cubicBezTo>
                    <a:pt x="3339006" y="515620"/>
                    <a:pt x="3308273" y="494030"/>
                    <a:pt x="3282394" y="471170"/>
                  </a:cubicBezTo>
                  <a:cubicBezTo>
                    <a:pt x="3258131" y="448310"/>
                    <a:pt x="3237104" y="420370"/>
                    <a:pt x="3222546" y="392430"/>
                  </a:cubicBezTo>
                  <a:cubicBezTo>
                    <a:pt x="3207989" y="363220"/>
                    <a:pt x="3198284" y="331470"/>
                    <a:pt x="3196666" y="302260"/>
                  </a:cubicBezTo>
                  <a:cubicBezTo>
                    <a:pt x="3195048" y="271780"/>
                    <a:pt x="3199901" y="238760"/>
                    <a:pt x="3209606" y="209550"/>
                  </a:cubicBezTo>
                  <a:cubicBezTo>
                    <a:pt x="3220929" y="180340"/>
                    <a:pt x="3237104" y="151130"/>
                    <a:pt x="3259748" y="125730"/>
                  </a:cubicBezTo>
                  <a:cubicBezTo>
                    <a:pt x="3280776" y="100330"/>
                    <a:pt x="3309891" y="76200"/>
                    <a:pt x="3340623" y="58420"/>
                  </a:cubicBezTo>
                  <a:cubicBezTo>
                    <a:pt x="3371356" y="39370"/>
                    <a:pt x="3408558" y="25400"/>
                    <a:pt x="3444143" y="15240"/>
                  </a:cubicBezTo>
                  <a:cubicBezTo>
                    <a:pt x="3481345" y="5080"/>
                    <a:pt x="3525017" y="1270"/>
                    <a:pt x="3560602" y="0"/>
                  </a:cubicBezTo>
                  <a:cubicBezTo>
                    <a:pt x="3591334" y="0"/>
                    <a:pt x="3620449" y="2540"/>
                    <a:pt x="3647946" y="8890"/>
                  </a:cubicBezTo>
                  <a:cubicBezTo>
                    <a:pt x="3675444" y="13970"/>
                    <a:pt x="3701324" y="19050"/>
                    <a:pt x="3730439" y="33020"/>
                  </a:cubicBezTo>
                  <a:cubicBezTo>
                    <a:pt x="3770876" y="52070"/>
                    <a:pt x="3829106" y="87630"/>
                    <a:pt x="3861455" y="123190"/>
                  </a:cubicBezTo>
                  <a:cubicBezTo>
                    <a:pt x="3892188" y="160020"/>
                    <a:pt x="3913216" y="214630"/>
                    <a:pt x="3922920" y="251460"/>
                  </a:cubicBezTo>
                  <a:cubicBezTo>
                    <a:pt x="3929390" y="278130"/>
                    <a:pt x="3929390" y="294640"/>
                    <a:pt x="3922920" y="321310"/>
                  </a:cubicBezTo>
                  <a:cubicBezTo>
                    <a:pt x="3913216" y="356870"/>
                    <a:pt x="3885718" y="416560"/>
                    <a:pt x="3861455" y="448310"/>
                  </a:cubicBezTo>
                  <a:cubicBezTo>
                    <a:pt x="3843663" y="471170"/>
                    <a:pt x="3829106" y="483870"/>
                    <a:pt x="3803226" y="500380"/>
                  </a:cubicBezTo>
                  <a:cubicBezTo>
                    <a:pt x="3764406" y="523240"/>
                    <a:pt x="3693236" y="552450"/>
                    <a:pt x="3647946" y="563880"/>
                  </a:cubicBezTo>
                  <a:cubicBezTo>
                    <a:pt x="3615597" y="571500"/>
                    <a:pt x="3610744" y="570230"/>
                    <a:pt x="3560602" y="572770"/>
                  </a:cubicBezTo>
                  <a:cubicBezTo>
                    <a:pt x="3253279" y="585470"/>
                    <a:pt x="634558" y="618490"/>
                    <a:pt x="259300" y="544830"/>
                  </a:cubicBezTo>
                  <a:cubicBezTo>
                    <a:pt x="175190" y="528320"/>
                    <a:pt x="149310" y="506730"/>
                    <a:pt x="115343" y="485140"/>
                  </a:cubicBezTo>
                  <a:cubicBezTo>
                    <a:pt x="91080" y="469900"/>
                    <a:pt x="76523" y="458470"/>
                    <a:pt x="60348" y="436880"/>
                  </a:cubicBezTo>
                  <a:cubicBezTo>
                    <a:pt x="37703" y="407670"/>
                    <a:pt x="11823" y="351790"/>
                    <a:pt x="3736" y="318770"/>
                  </a:cubicBezTo>
                  <a:cubicBezTo>
                    <a:pt x="-2734" y="294640"/>
                    <a:pt x="501" y="275590"/>
                    <a:pt x="3736" y="254000"/>
                  </a:cubicBezTo>
                  <a:cubicBezTo>
                    <a:pt x="6971" y="233680"/>
                    <a:pt x="10206" y="214630"/>
                    <a:pt x="23146" y="191770"/>
                  </a:cubicBezTo>
                  <a:cubicBezTo>
                    <a:pt x="40938" y="160020"/>
                    <a:pt x="76523" y="114300"/>
                    <a:pt x="115343" y="87630"/>
                  </a:cubicBezTo>
                  <a:cubicBezTo>
                    <a:pt x="154163" y="59690"/>
                    <a:pt x="217245" y="38100"/>
                    <a:pt x="259300" y="27940"/>
                  </a:cubicBezTo>
                  <a:cubicBezTo>
                    <a:pt x="288414" y="20320"/>
                    <a:pt x="340174" y="20320"/>
                    <a:pt x="340174" y="20320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9076811" y="0"/>
            <a:ext cx="9187946" cy="10289499"/>
          </a:xfrm>
          <a:custGeom>
            <a:avLst/>
            <a:gdLst/>
            <a:ahLst/>
            <a:cxnLst/>
            <a:rect r="r" b="b" t="t" l="l"/>
            <a:pathLst>
              <a:path h="10289499" w="9187946">
                <a:moveTo>
                  <a:pt x="0" y="0"/>
                </a:moveTo>
                <a:lnTo>
                  <a:pt x="9187946" y="0"/>
                </a:lnTo>
                <a:lnTo>
                  <a:pt x="9187946" y="10289499"/>
                </a:lnTo>
                <a:lnTo>
                  <a:pt x="0" y="102894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885825"/>
            <a:ext cx="8115300" cy="18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23"/>
              </a:lnSpc>
            </a:pPr>
            <a:r>
              <a:rPr lang="en-US" sz="11412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STRUTTURA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853040">
            <a:off x="7045372" y="-6528727"/>
            <a:ext cx="10299072" cy="10299072"/>
          </a:xfrm>
          <a:custGeom>
            <a:avLst/>
            <a:gdLst/>
            <a:ahLst/>
            <a:cxnLst/>
            <a:rect r="r" b="b" t="t" l="l"/>
            <a:pathLst>
              <a:path h="10299072" w="10299072">
                <a:moveTo>
                  <a:pt x="0" y="0"/>
                </a:moveTo>
                <a:lnTo>
                  <a:pt x="10299073" y="0"/>
                </a:lnTo>
                <a:lnTo>
                  <a:pt x="10299073" y="10299072"/>
                </a:lnTo>
                <a:lnTo>
                  <a:pt x="0" y="10299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69221" y="1028700"/>
            <a:ext cx="8902235" cy="8902235"/>
          </a:xfrm>
          <a:custGeom>
            <a:avLst/>
            <a:gdLst/>
            <a:ahLst/>
            <a:cxnLst/>
            <a:rect r="r" b="b" t="t" l="l"/>
            <a:pathLst>
              <a:path h="8902235" w="8902235">
                <a:moveTo>
                  <a:pt x="0" y="0"/>
                </a:moveTo>
                <a:lnTo>
                  <a:pt x="8902235" y="0"/>
                </a:lnTo>
                <a:lnTo>
                  <a:pt x="8902235" y="8902235"/>
                </a:lnTo>
                <a:lnTo>
                  <a:pt x="0" y="8902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8335" y="2417056"/>
            <a:ext cx="6869370" cy="6756962"/>
          </a:xfrm>
          <a:custGeom>
            <a:avLst/>
            <a:gdLst/>
            <a:ahLst/>
            <a:cxnLst/>
            <a:rect r="r" b="b" t="t" l="l"/>
            <a:pathLst>
              <a:path h="6756962" w="6869370">
                <a:moveTo>
                  <a:pt x="0" y="0"/>
                </a:moveTo>
                <a:lnTo>
                  <a:pt x="6869370" y="0"/>
                </a:lnTo>
                <a:lnTo>
                  <a:pt x="6869370" y="6756962"/>
                </a:lnTo>
                <a:lnTo>
                  <a:pt x="0" y="6756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59633" y="3792800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248491"/>
            <a:ext cx="1770102" cy="1612402"/>
          </a:xfrm>
          <a:custGeom>
            <a:avLst/>
            <a:gdLst/>
            <a:ahLst/>
            <a:cxnLst/>
            <a:rect r="r" b="b" t="t" l="l"/>
            <a:pathLst>
              <a:path h="1612402" w="1770102">
                <a:moveTo>
                  <a:pt x="0" y="0"/>
                </a:moveTo>
                <a:lnTo>
                  <a:pt x="1770102" y="0"/>
                </a:lnTo>
                <a:lnTo>
                  <a:pt x="1770102" y="1612402"/>
                </a:lnTo>
                <a:lnTo>
                  <a:pt x="0" y="16124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81897" y="353350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92500">
            <a:off x="4266830" y="8165020"/>
            <a:ext cx="4521082" cy="2186560"/>
          </a:xfrm>
          <a:custGeom>
            <a:avLst/>
            <a:gdLst/>
            <a:ahLst/>
            <a:cxnLst/>
            <a:rect r="r" b="b" t="t" l="l"/>
            <a:pathLst>
              <a:path h="2186560" w="4521082">
                <a:moveTo>
                  <a:pt x="0" y="0"/>
                </a:moveTo>
                <a:lnTo>
                  <a:pt x="4521082" y="0"/>
                </a:lnTo>
                <a:lnTo>
                  <a:pt x="4521082" y="2186560"/>
                </a:lnTo>
                <a:lnTo>
                  <a:pt x="0" y="21865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0155" y="26215"/>
            <a:ext cx="1334956" cy="2390842"/>
          </a:xfrm>
          <a:custGeom>
            <a:avLst/>
            <a:gdLst/>
            <a:ahLst/>
            <a:cxnLst/>
            <a:rect r="r" b="b" t="t" l="l"/>
            <a:pathLst>
              <a:path h="2390842" w="1334956">
                <a:moveTo>
                  <a:pt x="0" y="0"/>
                </a:moveTo>
                <a:lnTo>
                  <a:pt x="1334955" y="0"/>
                </a:lnTo>
                <a:lnTo>
                  <a:pt x="1334955" y="2390841"/>
                </a:lnTo>
                <a:lnTo>
                  <a:pt x="0" y="23908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27030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09647" y="9255585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699"/>
                </a:lnTo>
                <a:lnTo>
                  <a:pt x="0" y="1350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921797">
            <a:off x="-2383186" y="330281"/>
            <a:ext cx="10299072" cy="10299072"/>
          </a:xfrm>
          <a:custGeom>
            <a:avLst/>
            <a:gdLst/>
            <a:ahLst/>
            <a:cxnLst/>
            <a:rect r="r" b="b" t="t" l="l"/>
            <a:pathLst>
              <a:path h="10299072" w="10299072">
                <a:moveTo>
                  <a:pt x="0" y="0"/>
                </a:moveTo>
                <a:lnTo>
                  <a:pt x="10299072" y="0"/>
                </a:lnTo>
                <a:lnTo>
                  <a:pt x="10299072" y="10299072"/>
                </a:lnTo>
                <a:lnTo>
                  <a:pt x="0" y="10299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156382" y="1594485"/>
            <a:ext cx="8632507" cy="1127760"/>
            <a:chOff x="0" y="0"/>
            <a:chExt cx="11510010" cy="1503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6037" y="41118"/>
              <a:ext cx="11414034" cy="1419736"/>
            </a:xfrm>
            <a:custGeom>
              <a:avLst/>
              <a:gdLst/>
              <a:ahLst/>
              <a:cxnLst/>
              <a:rect r="r" b="b" t="t" l="l"/>
              <a:pathLst>
                <a:path h="1419736" w="11414034">
                  <a:moveTo>
                    <a:pt x="621983" y="87152"/>
                  </a:moveTo>
                  <a:cubicBezTo>
                    <a:pt x="2713673" y="136682"/>
                    <a:pt x="3173413" y="141762"/>
                    <a:pt x="3984943" y="135412"/>
                  </a:cubicBezTo>
                  <a:cubicBezTo>
                    <a:pt x="5530533" y="123982"/>
                    <a:pt x="10021252" y="-41118"/>
                    <a:pt x="10712133" y="9682"/>
                  </a:cubicBezTo>
                  <a:cubicBezTo>
                    <a:pt x="10839133" y="18572"/>
                    <a:pt x="10865803" y="22382"/>
                    <a:pt x="10936923" y="45242"/>
                  </a:cubicBezTo>
                  <a:cubicBezTo>
                    <a:pt x="11006773" y="69372"/>
                    <a:pt x="11077893" y="107472"/>
                    <a:pt x="11136313" y="151922"/>
                  </a:cubicBezTo>
                  <a:cubicBezTo>
                    <a:pt x="11196003" y="197642"/>
                    <a:pt x="11250613" y="254792"/>
                    <a:pt x="11292523" y="317022"/>
                  </a:cubicBezTo>
                  <a:cubicBezTo>
                    <a:pt x="11334433" y="377982"/>
                    <a:pt x="11368723" y="450372"/>
                    <a:pt x="11387773" y="522762"/>
                  </a:cubicBezTo>
                  <a:cubicBezTo>
                    <a:pt x="11408093" y="593882"/>
                    <a:pt x="11416983" y="673892"/>
                    <a:pt x="11413173" y="747552"/>
                  </a:cubicBezTo>
                  <a:cubicBezTo>
                    <a:pt x="11408093" y="822482"/>
                    <a:pt x="11391583" y="899952"/>
                    <a:pt x="11363643" y="969802"/>
                  </a:cubicBezTo>
                  <a:cubicBezTo>
                    <a:pt x="11335703" y="1038382"/>
                    <a:pt x="11295063" y="1106962"/>
                    <a:pt x="11246803" y="1164112"/>
                  </a:cubicBezTo>
                  <a:cubicBezTo>
                    <a:pt x="11198543" y="1219992"/>
                    <a:pt x="11137583" y="1272062"/>
                    <a:pt x="11074083" y="1310162"/>
                  </a:cubicBezTo>
                  <a:cubicBezTo>
                    <a:pt x="11010583" y="1349532"/>
                    <a:pt x="10935653" y="1378742"/>
                    <a:pt x="10863263" y="1393982"/>
                  </a:cubicBezTo>
                  <a:cubicBezTo>
                    <a:pt x="10790873" y="1410492"/>
                    <a:pt x="10710863" y="1414302"/>
                    <a:pt x="10637203" y="1406682"/>
                  </a:cubicBezTo>
                  <a:cubicBezTo>
                    <a:pt x="10562273" y="1399062"/>
                    <a:pt x="10486073" y="1377472"/>
                    <a:pt x="10418763" y="1345722"/>
                  </a:cubicBezTo>
                  <a:cubicBezTo>
                    <a:pt x="10350183" y="1315242"/>
                    <a:pt x="10285413" y="1269522"/>
                    <a:pt x="10230803" y="1218722"/>
                  </a:cubicBezTo>
                  <a:cubicBezTo>
                    <a:pt x="10176193" y="1167922"/>
                    <a:pt x="10127933" y="1104422"/>
                    <a:pt x="10093643" y="1038382"/>
                  </a:cubicBezTo>
                  <a:cubicBezTo>
                    <a:pt x="10058083" y="972342"/>
                    <a:pt x="10032683" y="897412"/>
                    <a:pt x="10021253" y="823752"/>
                  </a:cubicBezTo>
                  <a:cubicBezTo>
                    <a:pt x="10008553" y="750092"/>
                    <a:pt x="10008553" y="670082"/>
                    <a:pt x="10021253" y="596422"/>
                  </a:cubicBezTo>
                  <a:cubicBezTo>
                    <a:pt x="10032683" y="522762"/>
                    <a:pt x="10058083" y="447832"/>
                    <a:pt x="10093643" y="381792"/>
                  </a:cubicBezTo>
                  <a:cubicBezTo>
                    <a:pt x="10127933" y="315752"/>
                    <a:pt x="10176193" y="252252"/>
                    <a:pt x="10230803" y="201452"/>
                  </a:cubicBezTo>
                  <a:cubicBezTo>
                    <a:pt x="10285413" y="149382"/>
                    <a:pt x="10351453" y="104932"/>
                    <a:pt x="10418763" y="74452"/>
                  </a:cubicBezTo>
                  <a:cubicBezTo>
                    <a:pt x="10486073" y="42702"/>
                    <a:pt x="10563543" y="21112"/>
                    <a:pt x="10637203" y="13492"/>
                  </a:cubicBezTo>
                  <a:cubicBezTo>
                    <a:pt x="10710863" y="4602"/>
                    <a:pt x="10790873" y="9682"/>
                    <a:pt x="10863263" y="24922"/>
                  </a:cubicBezTo>
                  <a:cubicBezTo>
                    <a:pt x="10936923" y="41432"/>
                    <a:pt x="11010583" y="70642"/>
                    <a:pt x="11074083" y="110012"/>
                  </a:cubicBezTo>
                  <a:cubicBezTo>
                    <a:pt x="11137583" y="148112"/>
                    <a:pt x="11198543" y="198912"/>
                    <a:pt x="11246803" y="256062"/>
                  </a:cubicBezTo>
                  <a:cubicBezTo>
                    <a:pt x="11295063" y="313212"/>
                    <a:pt x="11335703" y="381792"/>
                    <a:pt x="11363643" y="450372"/>
                  </a:cubicBezTo>
                  <a:cubicBezTo>
                    <a:pt x="11391583" y="520222"/>
                    <a:pt x="11408093" y="597692"/>
                    <a:pt x="11413173" y="672622"/>
                  </a:cubicBezTo>
                  <a:cubicBezTo>
                    <a:pt x="11416983" y="746282"/>
                    <a:pt x="11408093" y="826292"/>
                    <a:pt x="11387773" y="897412"/>
                  </a:cubicBezTo>
                  <a:cubicBezTo>
                    <a:pt x="11367453" y="969802"/>
                    <a:pt x="11334433" y="1042192"/>
                    <a:pt x="11292523" y="1103152"/>
                  </a:cubicBezTo>
                  <a:cubicBezTo>
                    <a:pt x="11250613" y="1165382"/>
                    <a:pt x="11196003" y="1222532"/>
                    <a:pt x="11136313" y="1268252"/>
                  </a:cubicBezTo>
                  <a:cubicBezTo>
                    <a:pt x="11077893" y="1312702"/>
                    <a:pt x="11006773" y="1350802"/>
                    <a:pt x="10936923" y="1373662"/>
                  </a:cubicBezTo>
                  <a:cubicBezTo>
                    <a:pt x="10865803" y="1397792"/>
                    <a:pt x="10839133" y="1401602"/>
                    <a:pt x="10712133" y="1410492"/>
                  </a:cubicBezTo>
                  <a:cubicBezTo>
                    <a:pt x="10021253" y="1460022"/>
                    <a:pt x="5530533" y="1294922"/>
                    <a:pt x="3984943" y="1283492"/>
                  </a:cubicBezTo>
                  <a:cubicBezTo>
                    <a:pt x="3173413" y="1278412"/>
                    <a:pt x="2713673" y="1283492"/>
                    <a:pt x="2126933" y="1292382"/>
                  </a:cubicBezTo>
                  <a:cubicBezTo>
                    <a:pt x="1598613" y="1300002"/>
                    <a:pt x="862013" y="1343182"/>
                    <a:pt x="621983" y="1331752"/>
                  </a:cubicBezTo>
                  <a:cubicBezTo>
                    <a:pt x="547053" y="1329212"/>
                    <a:pt x="521653" y="1326672"/>
                    <a:pt x="473393" y="1313972"/>
                  </a:cubicBezTo>
                  <a:cubicBezTo>
                    <a:pt x="425133" y="1302542"/>
                    <a:pt x="376873" y="1283492"/>
                    <a:pt x="332423" y="1260632"/>
                  </a:cubicBezTo>
                  <a:cubicBezTo>
                    <a:pt x="289243" y="1237772"/>
                    <a:pt x="246063" y="1208562"/>
                    <a:pt x="209233" y="1175542"/>
                  </a:cubicBezTo>
                  <a:cubicBezTo>
                    <a:pt x="172403" y="1142522"/>
                    <a:pt x="138113" y="1104422"/>
                    <a:pt x="110173" y="1063782"/>
                  </a:cubicBezTo>
                  <a:cubicBezTo>
                    <a:pt x="82233" y="1023142"/>
                    <a:pt x="58103" y="977422"/>
                    <a:pt x="40323" y="930432"/>
                  </a:cubicBezTo>
                  <a:cubicBezTo>
                    <a:pt x="22543" y="884712"/>
                    <a:pt x="9843" y="833912"/>
                    <a:pt x="4763" y="784382"/>
                  </a:cubicBezTo>
                  <a:cubicBezTo>
                    <a:pt x="-1587" y="736122"/>
                    <a:pt x="-1587" y="684052"/>
                    <a:pt x="4763" y="634522"/>
                  </a:cubicBezTo>
                  <a:cubicBezTo>
                    <a:pt x="9843" y="584992"/>
                    <a:pt x="22543" y="535462"/>
                    <a:pt x="40323" y="489742"/>
                  </a:cubicBezTo>
                  <a:cubicBezTo>
                    <a:pt x="58103" y="442752"/>
                    <a:pt x="82233" y="397032"/>
                    <a:pt x="110173" y="356392"/>
                  </a:cubicBezTo>
                  <a:cubicBezTo>
                    <a:pt x="138113" y="315752"/>
                    <a:pt x="172403" y="276382"/>
                    <a:pt x="209233" y="244632"/>
                  </a:cubicBezTo>
                  <a:cubicBezTo>
                    <a:pt x="246063" y="211612"/>
                    <a:pt x="289243" y="182402"/>
                    <a:pt x="332423" y="158272"/>
                  </a:cubicBezTo>
                  <a:cubicBezTo>
                    <a:pt x="376873" y="135412"/>
                    <a:pt x="425133" y="117632"/>
                    <a:pt x="473393" y="106202"/>
                  </a:cubicBezTo>
                  <a:cubicBezTo>
                    <a:pt x="521653" y="93502"/>
                    <a:pt x="621983" y="87152"/>
                    <a:pt x="621983" y="87152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604307" y="3382328"/>
            <a:ext cx="6509385" cy="1128712"/>
            <a:chOff x="0" y="0"/>
            <a:chExt cx="8679180" cy="15049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037" y="45649"/>
              <a:ext cx="8585835" cy="1412344"/>
            </a:xfrm>
            <a:custGeom>
              <a:avLst/>
              <a:gdLst/>
              <a:ahLst/>
              <a:cxnLst/>
              <a:rect r="r" b="b" t="t" l="l"/>
              <a:pathLst>
                <a:path h="1412344" w="8585835">
                  <a:moveTo>
                    <a:pt x="644843" y="62301"/>
                  </a:moveTo>
                  <a:cubicBezTo>
                    <a:pt x="3602673" y="81351"/>
                    <a:pt x="7335203" y="-24059"/>
                    <a:pt x="7885113" y="5151"/>
                  </a:cubicBezTo>
                  <a:cubicBezTo>
                    <a:pt x="7980363" y="10231"/>
                    <a:pt x="7998143" y="11501"/>
                    <a:pt x="8052752" y="25471"/>
                  </a:cubicBezTo>
                  <a:cubicBezTo>
                    <a:pt x="8107363" y="38171"/>
                    <a:pt x="8161973" y="59761"/>
                    <a:pt x="8211502" y="85161"/>
                  </a:cubicBezTo>
                  <a:cubicBezTo>
                    <a:pt x="8261033" y="111831"/>
                    <a:pt x="8308023" y="143581"/>
                    <a:pt x="8349933" y="181681"/>
                  </a:cubicBezTo>
                  <a:cubicBezTo>
                    <a:pt x="8391843" y="218511"/>
                    <a:pt x="8429943" y="261691"/>
                    <a:pt x="8461693" y="307411"/>
                  </a:cubicBezTo>
                  <a:cubicBezTo>
                    <a:pt x="8493443" y="354401"/>
                    <a:pt x="8521383" y="405201"/>
                    <a:pt x="8540433" y="457271"/>
                  </a:cubicBezTo>
                  <a:cubicBezTo>
                    <a:pt x="8560752" y="509341"/>
                    <a:pt x="8574723" y="566491"/>
                    <a:pt x="8581073" y="621101"/>
                  </a:cubicBezTo>
                  <a:cubicBezTo>
                    <a:pt x="8587423" y="676981"/>
                    <a:pt x="8587423" y="735401"/>
                    <a:pt x="8581073" y="791281"/>
                  </a:cubicBezTo>
                  <a:cubicBezTo>
                    <a:pt x="8574723" y="845891"/>
                    <a:pt x="8560752" y="903041"/>
                    <a:pt x="8540433" y="955111"/>
                  </a:cubicBezTo>
                  <a:cubicBezTo>
                    <a:pt x="8521383" y="1007181"/>
                    <a:pt x="8493443" y="1057981"/>
                    <a:pt x="8461693" y="1104971"/>
                  </a:cubicBezTo>
                  <a:cubicBezTo>
                    <a:pt x="8429943" y="1150691"/>
                    <a:pt x="8391843" y="1193871"/>
                    <a:pt x="8349933" y="1230701"/>
                  </a:cubicBezTo>
                  <a:cubicBezTo>
                    <a:pt x="8308023" y="1267531"/>
                    <a:pt x="8259763" y="1300551"/>
                    <a:pt x="8210233" y="1327221"/>
                  </a:cubicBezTo>
                  <a:cubicBezTo>
                    <a:pt x="8160702" y="1352621"/>
                    <a:pt x="8107363" y="1374211"/>
                    <a:pt x="8052752" y="1386911"/>
                  </a:cubicBezTo>
                  <a:cubicBezTo>
                    <a:pt x="7998143" y="1400881"/>
                    <a:pt x="7944802" y="1408501"/>
                    <a:pt x="7885113" y="1407231"/>
                  </a:cubicBezTo>
                  <a:cubicBezTo>
                    <a:pt x="7815263" y="1405961"/>
                    <a:pt x="7731443" y="1394531"/>
                    <a:pt x="7661593" y="1370401"/>
                  </a:cubicBezTo>
                  <a:cubicBezTo>
                    <a:pt x="7590473" y="1346271"/>
                    <a:pt x="7520623" y="1309441"/>
                    <a:pt x="7460933" y="1264991"/>
                  </a:cubicBezTo>
                  <a:cubicBezTo>
                    <a:pt x="7401243" y="1219271"/>
                    <a:pt x="7346633" y="1160851"/>
                    <a:pt x="7304723" y="1099891"/>
                  </a:cubicBezTo>
                  <a:cubicBezTo>
                    <a:pt x="7262813" y="1037661"/>
                    <a:pt x="7229793" y="965271"/>
                    <a:pt x="7209473" y="894151"/>
                  </a:cubicBezTo>
                  <a:cubicBezTo>
                    <a:pt x="7189152" y="821761"/>
                    <a:pt x="7180263" y="743021"/>
                    <a:pt x="7185343" y="668091"/>
                  </a:cubicBezTo>
                  <a:cubicBezTo>
                    <a:pt x="7189152" y="593161"/>
                    <a:pt x="7205663" y="515691"/>
                    <a:pt x="7233602" y="447111"/>
                  </a:cubicBezTo>
                  <a:cubicBezTo>
                    <a:pt x="7261543" y="377261"/>
                    <a:pt x="7302183" y="308681"/>
                    <a:pt x="7350443" y="251531"/>
                  </a:cubicBezTo>
                  <a:cubicBezTo>
                    <a:pt x="7398702" y="195651"/>
                    <a:pt x="7459663" y="143581"/>
                    <a:pt x="7523163" y="105481"/>
                  </a:cubicBezTo>
                  <a:cubicBezTo>
                    <a:pt x="7587933" y="67381"/>
                    <a:pt x="7661593" y="36901"/>
                    <a:pt x="7733983" y="21661"/>
                  </a:cubicBezTo>
                  <a:cubicBezTo>
                    <a:pt x="7807643" y="5151"/>
                    <a:pt x="7886383" y="1341"/>
                    <a:pt x="7961313" y="8961"/>
                  </a:cubicBezTo>
                  <a:cubicBezTo>
                    <a:pt x="8034973" y="16581"/>
                    <a:pt x="8111173" y="38171"/>
                    <a:pt x="8179752" y="69921"/>
                  </a:cubicBezTo>
                  <a:cubicBezTo>
                    <a:pt x="8247063" y="101671"/>
                    <a:pt x="8313102" y="146121"/>
                    <a:pt x="8367713" y="196921"/>
                  </a:cubicBezTo>
                  <a:cubicBezTo>
                    <a:pt x="8421052" y="248991"/>
                    <a:pt x="8469313" y="311221"/>
                    <a:pt x="8504873" y="377261"/>
                  </a:cubicBezTo>
                  <a:cubicBezTo>
                    <a:pt x="8539163" y="443301"/>
                    <a:pt x="8564563" y="519501"/>
                    <a:pt x="8577263" y="593161"/>
                  </a:cubicBezTo>
                  <a:cubicBezTo>
                    <a:pt x="8588693" y="666821"/>
                    <a:pt x="8588693" y="745561"/>
                    <a:pt x="8577263" y="819221"/>
                  </a:cubicBezTo>
                  <a:cubicBezTo>
                    <a:pt x="8564563" y="892881"/>
                    <a:pt x="8539163" y="969081"/>
                    <a:pt x="8504873" y="1035121"/>
                  </a:cubicBezTo>
                  <a:cubicBezTo>
                    <a:pt x="8469313" y="1101161"/>
                    <a:pt x="8421052" y="1163391"/>
                    <a:pt x="8367713" y="1215461"/>
                  </a:cubicBezTo>
                  <a:cubicBezTo>
                    <a:pt x="8313102" y="1266261"/>
                    <a:pt x="8247063" y="1310711"/>
                    <a:pt x="8179752" y="1342461"/>
                  </a:cubicBezTo>
                  <a:cubicBezTo>
                    <a:pt x="8111173" y="1374211"/>
                    <a:pt x="8034973" y="1395801"/>
                    <a:pt x="7961313" y="1403421"/>
                  </a:cubicBezTo>
                  <a:cubicBezTo>
                    <a:pt x="7886383" y="1411041"/>
                    <a:pt x="7807643" y="1407231"/>
                    <a:pt x="7733983" y="1390721"/>
                  </a:cubicBezTo>
                  <a:cubicBezTo>
                    <a:pt x="7661593" y="1375481"/>
                    <a:pt x="7587933" y="1345001"/>
                    <a:pt x="7523163" y="1306901"/>
                  </a:cubicBezTo>
                  <a:cubicBezTo>
                    <a:pt x="7459663" y="1268801"/>
                    <a:pt x="7398702" y="1216731"/>
                    <a:pt x="7350443" y="1159581"/>
                  </a:cubicBezTo>
                  <a:cubicBezTo>
                    <a:pt x="7302183" y="1103701"/>
                    <a:pt x="7261543" y="1035121"/>
                    <a:pt x="7233602" y="965271"/>
                  </a:cubicBezTo>
                  <a:cubicBezTo>
                    <a:pt x="7205663" y="896691"/>
                    <a:pt x="7189152" y="817951"/>
                    <a:pt x="7185343" y="744291"/>
                  </a:cubicBezTo>
                  <a:cubicBezTo>
                    <a:pt x="7180263" y="669361"/>
                    <a:pt x="7189152" y="590621"/>
                    <a:pt x="7209473" y="518231"/>
                  </a:cubicBezTo>
                  <a:cubicBezTo>
                    <a:pt x="7229793" y="445841"/>
                    <a:pt x="7262813" y="374721"/>
                    <a:pt x="7304723" y="312491"/>
                  </a:cubicBezTo>
                  <a:cubicBezTo>
                    <a:pt x="7346633" y="250261"/>
                    <a:pt x="7401243" y="193111"/>
                    <a:pt x="7460933" y="147391"/>
                  </a:cubicBezTo>
                  <a:cubicBezTo>
                    <a:pt x="7520623" y="102941"/>
                    <a:pt x="7590473" y="64841"/>
                    <a:pt x="7661593" y="41981"/>
                  </a:cubicBezTo>
                  <a:cubicBezTo>
                    <a:pt x="7731443" y="17851"/>
                    <a:pt x="7815263" y="6421"/>
                    <a:pt x="7885113" y="5151"/>
                  </a:cubicBezTo>
                  <a:cubicBezTo>
                    <a:pt x="7944802" y="3881"/>
                    <a:pt x="7998143" y="11501"/>
                    <a:pt x="8052752" y="25471"/>
                  </a:cubicBezTo>
                  <a:cubicBezTo>
                    <a:pt x="8107363" y="38171"/>
                    <a:pt x="8160702" y="59761"/>
                    <a:pt x="8210233" y="85161"/>
                  </a:cubicBezTo>
                  <a:cubicBezTo>
                    <a:pt x="8259763" y="111831"/>
                    <a:pt x="8308023" y="143581"/>
                    <a:pt x="8349933" y="181681"/>
                  </a:cubicBezTo>
                  <a:cubicBezTo>
                    <a:pt x="8391843" y="218511"/>
                    <a:pt x="8429943" y="261691"/>
                    <a:pt x="8461693" y="307411"/>
                  </a:cubicBezTo>
                  <a:cubicBezTo>
                    <a:pt x="8493443" y="354401"/>
                    <a:pt x="8521383" y="405201"/>
                    <a:pt x="8540433" y="457271"/>
                  </a:cubicBezTo>
                  <a:cubicBezTo>
                    <a:pt x="8560752" y="509341"/>
                    <a:pt x="8574723" y="566491"/>
                    <a:pt x="8581073" y="621101"/>
                  </a:cubicBezTo>
                  <a:cubicBezTo>
                    <a:pt x="8587423" y="676981"/>
                    <a:pt x="8587423" y="735401"/>
                    <a:pt x="8581073" y="790011"/>
                  </a:cubicBezTo>
                  <a:cubicBezTo>
                    <a:pt x="8574723" y="845891"/>
                    <a:pt x="8560752" y="903041"/>
                    <a:pt x="8540433" y="955111"/>
                  </a:cubicBezTo>
                  <a:cubicBezTo>
                    <a:pt x="8521383" y="1007181"/>
                    <a:pt x="8493443" y="1057981"/>
                    <a:pt x="8461693" y="1104971"/>
                  </a:cubicBezTo>
                  <a:cubicBezTo>
                    <a:pt x="8429943" y="1150691"/>
                    <a:pt x="8391843" y="1193871"/>
                    <a:pt x="8349933" y="1230701"/>
                  </a:cubicBezTo>
                  <a:cubicBezTo>
                    <a:pt x="8308023" y="1267531"/>
                    <a:pt x="8261033" y="1300551"/>
                    <a:pt x="8211502" y="1327221"/>
                  </a:cubicBezTo>
                  <a:cubicBezTo>
                    <a:pt x="8161973" y="1352621"/>
                    <a:pt x="8107363" y="1374211"/>
                    <a:pt x="8052752" y="1386911"/>
                  </a:cubicBezTo>
                  <a:cubicBezTo>
                    <a:pt x="7998143" y="1400881"/>
                    <a:pt x="7980363" y="1402151"/>
                    <a:pt x="7885113" y="1407231"/>
                  </a:cubicBezTo>
                  <a:cubicBezTo>
                    <a:pt x="7335202" y="1436441"/>
                    <a:pt x="3602672" y="1331031"/>
                    <a:pt x="2290763" y="1329761"/>
                  </a:cubicBezTo>
                  <a:cubicBezTo>
                    <a:pt x="1579563" y="1329761"/>
                    <a:pt x="901383" y="1364051"/>
                    <a:pt x="644843" y="1350081"/>
                  </a:cubicBezTo>
                  <a:cubicBezTo>
                    <a:pt x="564833" y="1346271"/>
                    <a:pt x="539433" y="1343731"/>
                    <a:pt x="489903" y="1331031"/>
                  </a:cubicBezTo>
                  <a:cubicBezTo>
                    <a:pt x="440373" y="1319601"/>
                    <a:pt x="390843" y="1300551"/>
                    <a:pt x="345123" y="1276421"/>
                  </a:cubicBezTo>
                  <a:cubicBezTo>
                    <a:pt x="299403" y="1252291"/>
                    <a:pt x="254953" y="1221811"/>
                    <a:pt x="216853" y="1188791"/>
                  </a:cubicBezTo>
                  <a:cubicBezTo>
                    <a:pt x="178753" y="1154501"/>
                    <a:pt x="143193" y="1113861"/>
                    <a:pt x="113983" y="1071951"/>
                  </a:cubicBezTo>
                  <a:cubicBezTo>
                    <a:pt x="84773" y="1030041"/>
                    <a:pt x="60643" y="983051"/>
                    <a:pt x="41593" y="934791"/>
                  </a:cubicBezTo>
                  <a:cubicBezTo>
                    <a:pt x="23813" y="886531"/>
                    <a:pt x="11113" y="834461"/>
                    <a:pt x="4763" y="783661"/>
                  </a:cubicBezTo>
                  <a:cubicBezTo>
                    <a:pt x="-1587" y="732861"/>
                    <a:pt x="-1587" y="679521"/>
                    <a:pt x="4763" y="628721"/>
                  </a:cubicBezTo>
                  <a:cubicBezTo>
                    <a:pt x="11113" y="577921"/>
                    <a:pt x="23813" y="525851"/>
                    <a:pt x="41593" y="477591"/>
                  </a:cubicBezTo>
                  <a:cubicBezTo>
                    <a:pt x="60643" y="429331"/>
                    <a:pt x="84773" y="382341"/>
                    <a:pt x="113983" y="340431"/>
                  </a:cubicBezTo>
                  <a:cubicBezTo>
                    <a:pt x="143193" y="297251"/>
                    <a:pt x="178753" y="257881"/>
                    <a:pt x="216853" y="223591"/>
                  </a:cubicBezTo>
                  <a:cubicBezTo>
                    <a:pt x="256223" y="189301"/>
                    <a:pt x="299403" y="160091"/>
                    <a:pt x="345123" y="135961"/>
                  </a:cubicBezTo>
                  <a:cubicBezTo>
                    <a:pt x="390843" y="111831"/>
                    <a:pt x="440373" y="92781"/>
                    <a:pt x="489903" y="80081"/>
                  </a:cubicBezTo>
                  <a:cubicBezTo>
                    <a:pt x="539433" y="68651"/>
                    <a:pt x="644843" y="62301"/>
                    <a:pt x="644843" y="62301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216390" y="412432"/>
            <a:ext cx="746760" cy="685800"/>
            <a:chOff x="0" y="0"/>
            <a:chExt cx="9956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748" y="50703"/>
              <a:ext cx="896652" cy="812897"/>
            </a:xfrm>
            <a:custGeom>
              <a:avLst/>
              <a:gdLst/>
              <a:ahLst/>
              <a:cxnLst/>
              <a:rect r="r" b="b" t="t" l="l"/>
              <a:pathLst>
                <a:path h="812897" w="896652">
                  <a:moveTo>
                    <a:pt x="695742" y="781147"/>
                  </a:moveTo>
                  <a:cubicBezTo>
                    <a:pt x="327442" y="430627"/>
                    <a:pt x="175042" y="289657"/>
                    <a:pt x="103922" y="240127"/>
                  </a:cubicBezTo>
                  <a:cubicBezTo>
                    <a:pt x="73442" y="217267"/>
                    <a:pt x="49312" y="213457"/>
                    <a:pt x="34072" y="199487"/>
                  </a:cubicBezTo>
                  <a:cubicBezTo>
                    <a:pt x="22642" y="189327"/>
                    <a:pt x="16292" y="181707"/>
                    <a:pt x="11212" y="167737"/>
                  </a:cubicBezTo>
                  <a:cubicBezTo>
                    <a:pt x="4862" y="148687"/>
                    <a:pt x="-1488" y="116937"/>
                    <a:pt x="3592" y="92807"/>
                  </a:cubicBezTo>
                  <a:cubicBezTo>
                    <a:pt x="8672" y="69947"/>
                    <a:pt x="23912" y="44547"/>
                    <a:pt x="41692" y="28037"/>
                  </a:cubicBezTo>
                  <a:cubicBezTo>
                    <a:pt x="59472" y="12797"/>
                    <a:pt x="87412" y="1367"/>
                    <a:pt x="111542" y="97"/>
                  </a:cubicBezTo>
                  <a:cubicBezTo>
                    <a:pt x="135672" y="-1173"/>
                    <a:pt x="166152" y="10257"/>
                    <a:pt x="183932" y="20417"/>
                  </a:cubicBezTo>
                  <a:cubicBezTo>
                    <a:pt x="196632" y="26767"/>
                    <a:pt x="204252" y="34387"/>
                    <a:pt x="211872" y="45817"/>
                  </a:cubicBezTo>
                  <a:cubicBezTo>
                    <a:pt x="223302" y="62327"/>
                    <a:pt x="234732" y="96617"/>
                    <a:pt x="236002" y="116937"/>
                  </a:cubicBezTo>
                  <a:cubicBezTo>
                    <a:pt x="237272" y="130907"/>
                    <a:pt x="236002" y="141067"/>
                    <a:pt x="230922" y="155037"/>
                  </a:cubicBezTo>
                  <a:cubicBezTo>
                    <a:pt x="222032" y="172817"/>
                    <a:pt x="200442" y="202027"/>
                    <a:pt x="185202" y="214727"/>
                  </a:cubicBezTo>
                  <a:cubicBezTo>
                    <a:pt x="173772" y="223617"/>
                    <a:pt x="164882" y="228697"/>
                    <a:pt x="150912" y="231237"/>
                  </a:cubicBezTo>
                  <a:cubicBezTo>
                    <a:pt x="130592" y="235047"/>
                    <a:pt x="97572" y="236317"/>
                    <a:pt x="75982" y="227427"/>
                  </a:cubicBezTo>
                  <a:cubicBezTo>
                    <a:pt x="53122" y="218537"/>
                    <a:pt x="30262" y="195677"/>
                    <a:pt x="17562" y="179167"/>
                  </a:cubicBezTo>
                  <a:cubicBezTo>
                    <a:pt x="9942" y="167737"/>
                    <a:pt x="6132" y="156307"/>
                    <a:pt x="3592" y="143607"/>
                  </a:cubicBezTo>
                  <a:cubicBezTo>
                    <a:pt x="1052" y="132177"/>
                    <a:pt x="-1488" y="119477"/>
                    <a:pt x="1052" y="105507"/>
                  </a:cubicBezTo>
                  <a:cubicBezTo>
                    <a:pt x="4862" y="86457"/>
                    <a:pt x="16292" y="54707"/>
                    <a:pt x="32802" y="36927"/>
                  </a:cubicBezTo>
                  <a:cubicBezTo>
                    <a:pt x="48042" y="20417"/>
                    <a:pt x="74712" y="5177"/>
                    <a:pt x="98842" y="1367"/>
                  </a:cubicBezTo>
                  <a:cubicBezTo>
                    <a:pt x="121702" y="-2443"/>
                    <a:pt x="148372" y="5177"/>
                    <a:pt x="172502" y="12797"/>
                  </a:cubicBezTo>
                  <a:cubicBezTo>
                    <a:pt x="199172" y="22957"/>
                    <a:pt x="216952" y="33117"/>
                    <a:pt x="249972" y="57247"/>
                  </a:cubicBezTo>
                  <a:cubicBezTo>
                    <a:pt x="324902" y="110587"/>
                    <a:pt x="481112" y="264257"/>
                    <a:pt x="587792" y="360777"/>
                  </a:cubicBezTo>
                  <a:cubicBezTo>
                    <a:pt x="681772" y="445867"/>
                    <a:pt x="812582" y="553817"/>
                    <a:pt x="857032" y="605887"/>
                  </a:cubicBezTo>
                  <a:cubicBezTo>
                    <a:pt x="874812" y="626207"/>
                    <a:pt x="882432" y="635097"/>
                    <a:pt x="888782" y="652877"/>
                  </a:cubicBezTo>
                  <a:cubicBezTo>
                    <a:pt x="895132" y="670657"/>
                    <a:pt x="898942" y="689707"/>
                    <a:pt x="895132" y="710027"/>
                  </a:cubicBezTo>
                  <a:cubicBezTo>
                    <a:pt x="890052" y="732887"/>
                    <a:pt x="874812" y="765907"/>
                    <a:pt x="854492" y="783687"/>
                  </a:cubicBezTo>
                  <a:cubicBezTo>
                    <a:pt x="834172" y="801467"/>
                    <a:pt x="801152" y="812897"/>
                    <a:pt x="774482" y="812897"/>
                  </a:cubicBezTo>
                  <a:cubicBezTo>
                    <a:pt x="749082" y="812897"/>
                    <a:pt x="695742" y="781147"/>
                    <a:pt x="695742" y="781147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10675" y="993457"/>
            <a:ext cx="583882" cy="277178"/>
            <a:chOff x="0" y="0"/>
            <a:chExt cx="778510" cy="3695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63" y="46316"/>
              <a:ext cx="679544" cy="271184"/>
            </a:xfrm>
            <a:custGeom>
              <a:avLst/>
              <a:gdLst/>
              <a:ahLst/>
              <a:cxnLst/>
              <a:rect r="r" b="b" t="t" l="l"/>
              <a:pathLst>
                <a:path h="271184" w="679544">
                  <a:moveTo>
                    <a:pt x="544967" y="271184"/>
                  </a:moveTo>
                  <a:cubicBezTo>
                    <a:pt x="50937" y="234354"/>
                    <a:pt x="34427" y="219114"/>
                    <a:pt x="20457" y="197524"/>
                  </a:cubicBezTo>
                  <a:cubicBezTo>
                    <a:pt x="6487" y="177204"/>
                    <a:pt x="-1133" y="145454"/>
                    <a:pt x="137" y="120054"/>
                  </a:cubicBezTo>
                  <a:cubicBezTo>
                    <a:pt x="2677" y="95924"/>
                    <a:pt x="14107" y="65444"/>
                    <a:pt x="30617" y="46394"/>
                  </a:cubicBezTo>
                  <a:cubicBezTo>
                    <a:pt x="47127" y="27344"/>
                    <a:pt x="78877" y="12104"/>
                    <a:pt x="99197" y="7024"/>
                  </a:cubicBezTo>
                  <a:cubicBezTo>
                    <a:pt x="114437" y="1944"/>
                    <a:pt x="124597" y="1944"/>
                    <a:pt x="139837" y="4484"/>
                  </a:cubicBezTo>
                  <a:cubicBezTo>
                    <a:pt x="161427" y="9564"/>
                    <a:pt x="194447" y="20994"/>
                    <a:pt x="212227" y="38774"/>
                  </a:cubicBezTo>
                  <a:cubicBezTo>
                    <a:pt x="230007" y="56554"/>
                    <a:pt x="245247" y="84494"/>
                    <a:pt x="249057" y="109894"/>
                  </a:cubicBezTo>
                  <a:cubicBezTo>
                    <a:pt x="252867" y="135294"/>
                    <a:pt x="246517" y="167044"/>
                    <a:pt x="235087" y="188634"/>
                  </a:cubicBezTo>
                  <a:cubicBezTo>
                    <a:pt x="222387" y="210224"/>
                    <a:pt x="195717" y="231814"/>
                    <a:pt x="176667" y="243244"/>
                  </a:cubicBezTo>
                  <a:cubicBezTo>
                    <a:pt x="162697" y="249594"/>
                    <a:pt x="152537" y="253404"/>
                    <a:pt x="137297" y="253404"/>
                  </a:cubicBezTo>
                  <a:cubicBezTo>
                    <a:pt x="115707" y="253404"/>
                    <a:pt x="81417" y="248324"/>
                    <a:pt x="59827" y="235624"/>
                  </a:cubicBezTo>
                  <a:cubicBezTo>
                    <a:pt x="38237" y="221654"/>
                    <a:pt x="17917" y="197524"/>
                    <a:pt x="9027" y="173394"/>
                  </a:cubicBezTo>
                  <a:cubicBezTo>
                    <a:pt x="137" y="150534"/>
                    <a:pt x="-2403" y="118784"/>
                    <a:pt x="5217" y="93384"/>
                  </a:cubicBezTo>
                  <a:cubicBezTo>
                    <a:pt x="12837" y="69254"/>
                    <a:pt x="30617" y="43854"/>
                    <a:pt x="50937" y="28614"/>
                  </a:cubicBezTo>
                  <a:cubicBezTo>
                    <a:pt x="71257" y="13374"/>
                    <a:pt x="90307" y="8294"/>
                    <a:pt x="127137" y="4484"/>
                  </a:cubicBezTo>
                  <a:cubicBezTo>
                    <a:pt x="212227" y="-6946"/>
                    <a:pt x="482737" y="4484"/>
                    <a:pt x="569097" y="27344"/>
                  </a:cubicBezTo>
                  <a:cubicBezTo>
                    <a:pt x="607197" y="37504"/>
                    <a:pt x="628787" y="48934"/>
                    <a:pt x="646567" y="66714"/>
                  </a:cubicBezTo>
                  <a:cubicBezTo>
                    <a:pt x="661807" y="80684"/>
                    <a:pt x="670697" y="99734"/>
                    <a:pt x="674507" y="117514"/>
                  </a:cubicBezTo>
                  <a:cubicBezTo>
                    <a:pt x="679587" y="135294"/>
                    <a:pt x="682127" y="156884"/>
                    <a:pt x="675777" y="175934"/>
                  </a:cubicBezTo>
                  <a:cubicBezTo>
                    <a:pt x="669427" y="200064"/>
                    <a:pt x="650377" y="233084"/>
                    <a:pt x="628787" y="248324"/>
                  </a:cubicBezTo>
                  <a:cubicBezTo>
                    <a:pt x="607197" y="264834"/>
                    <a:pt x="544967" y="271184"/>
                    <a:pt x="544967" y="27118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28860" y="493395"/>
            <a:ext cx="263842" cy="542925"/>
            <a:chOff x="0" y="0"/>
            <a:chExt cx="351790" cy="723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1518" y="46831"/>
              <a:ext cx="256080" cy="626661"/>
            </a:xfrm>
            <a:custGeom>
              <a:avLst/>
              <a:gdLst/>
              <a:ahLst/>
              <a:cxnLst/>
              <a:rect r="r" b="b" t="t" l="l"/>
              <a:pathLst>
                <a:path h="626661" w="256080">
                  <a:moveTo>
                    <a:pt x="1822" y="504349"/>
                  </a:moveTo>
                  <a:cubicBezTo>
                    <a:pt x="5632" y="89059"/>
                    <a:pt x="9442" y="68739"/>
                    <a:pt x="24682" y="48419"/>
                  </a:cubicBezTo>
                  <a:cubicBezTo>
                    <a:pt x="39922" y="28099"/>
                    <a:pt x="66592" y="10319"/>
                    <a:pt x="90722" y="3969"/>
                  </a:cubicBezTo>
                  <a:cubicBezTo>
                    <a:pt x="114852" y="-2381"/>
                    <a:pt x="146602" y="-1111"/>
                    <a:pt x="170732" y="7779"/>
                  </a:cubicBezTo>
                  <a:cubicBezTo>
                    <a:pt x="193592" y="17939"/>
                    <a:pt x="217722" y="38259"/>
                    <a:pt x="231692" y="59849"/>
                  </a:cubicBezTo>
                  <a:cubicBezTo>
                    <a:pt x="244392" y="81439"/>
                    <a:pt x="250742" y="113189"/>
                    <a:pt x="248202" y="137319"/>
                  </a:cubicBezTo>
                  <a:cubicBezTo>
                    <a:pt x="245662" y="162719"/>
                    <a:pt x="227882" y="193199"/>
                    <a:pt x="215182" y="209709"/>
                  </a:cubicBezTo>
                  <a:cubicBezTo>
                    <a:pt x="205022" y="222409"/>
                    <a:pt x="196132" y="228759"/>
                    <a:pt x="182162" y="233839"/>
                  </a:cubicBezTo>
                  <a:cubicBezTo>
                    <a:pt x="163112" y="242729"/>
                    <a:pt x="125012" y="249079"/>
                    <a:pt x="103422" y="247809"/>
                  </a:cubicBezTo>
                  <a:cubicBezTo>
                    <a:pt x="88182" y="246539"/>
                    <a:pt x="78022" y="240189"/>
                    <a:pt x="65322" y="233839"/>
                  </a:cubicBezTo>
                  <a:cubicBezTo>
                    <a:pt x="53892" y="228759"/>
                    <a:pt x="43732" y="222409"/>
                    <a:pt x="33572" y="209709"/>
                  </a:cubicBezTo>
                  <a:cubicBezTo>
                    <a:pt x="19602" y="193199"/>
                    <a:pt x="3092" y="162719"/>
                    <a:pt x="552" y="137319"/>
                  </a:cubicBezTo>
                  <a:cubicBezTo>
                    <a:pt x="-1988" y="113189"/>
                    <a:pt x="4362" y="81439"/>
                    <a:pt x="17062" y="59849"/>
                  </a:cubicBezTo>
                  <a:cubicBezTo>
                    <a:pt x="29762" y="38259"/>
                    <a:pt x="55162" y="17939"/>
                    <a:pt x="78022" y="7779"/>
                  </a:cubicBezTo>
                  <a:cubicBezTo>
                    <a:pt x="100882" y="-1111"/>
                    <a:pt x="133902" y="-2381"/>
                    <a:pt x="158032" y="3969"/>
                  </a:cubicBezTo>
                  <a:cubicBezTo>
                    <a:pt x="182162" y="10319"/>
                    <a:pt x="208832" y="28099"/>
                    <a:pt x="224072" y="48419"/>
                  </a:cubicBezTo>
                  <a:cubicBezTo>
                    <a:pt x="239312" y="68739"/>
                    <a:pt x="243122" y="89059"/>
                    <a:pt x="249472" y="124619"/>
                  </a:cubicBezTo>
                  <a:cubicBezTo>
                    <a:pt x="260902" y="202089"/>
                    <a:pt x="255822" y="434499"/>
                    <a:pt x="246932" y="504349"/>
                  </a:cubicBezTo>
                  <a:cubicBezTo>
                    <a:pt x="243122" y="532289"/>
                    <a:pt x="241852" y="544989"/>
                    <a:pt x="232962" y="561499"/>
                  </a:cubicBezTo>
                  <a:cubicBezTo>
                    <a:pt x="224072" y="578009"/>
                    <a:pt x="211372" y="594519"/>
                    <a:pt x="193592" y="605949"/>
                  </a:cubicBezTo>
                  <a:cubicBezTo>
                    <a:pt x="172002" y="618649"/>
                    <a:pt x="136442" y="628809"/>
                    <a:pt x="109772" y="626269"/>
                  </a:cubicBezTo>
                  <a:cubicBezTo>
                    <a:pt x="83102" y="622459"/>
                    <a:pt x="50082" y="605949"/>
                    <a:pt x="32302" y="585629"/>
                  </a:cubicBezTo>
                  <a:cubicBezTo>
                    <a:pt x="14522" y="565309"/>
                    <a:pt x="1822" y="504349"/>
                    <a:pt x="1822" y="50434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147685" y="2093595"/>
            <a:ext cx="1595438" cy="2326958"/>
            <a:chOff x="0" y="0"/>
            <a:chExt cx="2127250" cy="31026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004" y="49010"/>
              <a:ext cx="2026670" cy="3002341"/>
            </a:xfrm>
            <a:custGeom>
              <a:avLst/>
              <a:gdLst/>
              <a:ahLst/>
              <a:cxnLst/>
              <a:rect r="r" b="b" t="t" l="l"/>
              <a:pathLst>
                <a:path h="3002341" w="2026670">
                  <a:moveTo>
                    <a:pt x="150656" y="69100"/>
                  </a:moveTo>
                  <a:cubicBezTo>
                    <a:pt x="122716" y="352310"/>
                    <a:pt x="118906" y="514870"/>
                    <a:pt x="120176" y="636790"/>
                  </a:cubicBezTo>
                  <a:cubicBezTo>
                    <a:pt x="122716" y="743470"/>
                    <a:pt x="121446" y="833640"/>
                    <a:pt x="136686" y="939050"/>
                  </a:cubicBezTo>
                  <a:cubicBezTo>
                    <a:pt x="151926" y="1058430"/>
                    <a:pt x="179866" y="1212100"/>
                    <a:pt x="219236" y="1314970"/>
                  </a:cubicBezTo>
                  <a:cubicBezTo>
                    <a:pt x="249716" y="1391170"/>
                    <a:pt x="282736" y="1449590"/>
                    <a:pt x="329726" y="1505470"/>
                  </a:cubicBezTo>
                  <a:cubicBezTo>
                    <a:pt x="377986" y="1563890"/>
                    <a:pt x="445296" y="1612150"/>
                    <a:pt x="506256" y="1659140"/>
                  </a:cubicBezTo>
                  <a:cubicBezTo>
                    <a:pt x="567216" y="1704860"/>
                    <a:pt x="630716" y="1755660"/>
                    <a:pt x="698026" y="1784870"/>
                  </a:cubicBezTo>
                  <a:cubicBezTo>
                    <a:pt x="764066" y="1812810"/>
                    <a:pt x="836456" y="1820430"/>
                    <a:pt x="905036" y="1833130"/>
                  </a:cubicBezTo>
                  <a:cubicBezTo>
                    <a:pt x="974886" y="1844560"/>
                    <a:pt x="1043466" y="1853450"/>
                    <a:pt x="1112046" y="1854720"/>
                  </a:cubicBezTo>
                  <a:cubicBezTo>
                    <a:pt x="1180626" y="1857260"/>
                    <a:pt x="1254286" y="1855990"/>
                    <a:pt x="1313976" y="1844560"/>
                  </a:cubicBezTo>
                  <a:cubicBezTo>
                    <a:pt x="1363506" y="1836940"/>
                    <a:pt x="1415576" y="1829320"/>
                    <a:pt x="1447326" y="1805190"/>
                  </a:cubicBezTo>
                  <a:cubicBezTo>
                    <a:pt x="1473996" y="1783600"/>
                    <a:pt x="1504476" y="1740420"/>
                    <a:pt x="1498126" y="1716290"/>
                  </a:cubicBezTo>
                  <a:cubicBezTo>
                    <a:pt x="1490506" y="1690890"/>
                    <a:pt x="1419386" y="1655330"/>
                    <a:pt x="1387636" y="1657870"/>
                  </a:cubicBezTo>
                  <a:cubicBezTo>
                    <a:pt x="1362236" y="1659140"/>
                    <a:pt x="1338106" y="1683270"/>
                    <a:pt x="1321596" y="1706130"/>
                  </a:cubicBezTo>
                  <a:cubicBezTo>
                    <a:pt x="1302546" y="1734070"/>
                    <a:pt x="1296196" y="1774710"/>
                    <a:pt x="1287306" y="1821700"/>
                  </a:cubicBezTo>
                  <a:cubicBezTo>
                    <a:pt x="1273336" y="1892820"/>
                    <a:pt x="1260636" y="2014740"/>
                    <a:pt x="1265716" y="2092210"/>
                  </a:cubicBezTo>
                  <a:cubicBezTo>
                    <a:pt x="1269526" y="2149360"/>
                    <a:pt x="1284766" y="2193810"/>
                    <a:pt x="1300006" y="2242070"/>
                  </a:cubicBezTo>
                  <a:cubicBezTo>
                    <a:pt x="1313976" y="2290330"/>
                    <a:pt x="1329216" y="2338590"/>
                    <a:pt x="1350806" y="2384310"/>
                  </a:cubicBezTo>
                  <a:cubicBezTo>
                    <a:pt x="1372396" y="2431300"/>
                    <a:pt x="1392716" y="2471940"/>
                    <a:pt x="1428276" y="2518930"/>
                  </a:cubicBezTo>
                  <a:cubicBezTo>
                    <a:pt x="1476536" y="2582430"/>
                    <a:pt x="1573056" y="2675140"/>
                    <a:pt x="1622586" y="2719590"/>
                  </a:cubicBezTo>
                  <a:cubicBezTo>
                    <a:pt x="1651796" y="2743720"/>
                    <a:pt x="1667036" y="2755150"/>
                    <a:pt x="1694976" y="2770390"/>
                  </a:cubicBezTo>
                  <a:cubicBezTo>
                    <a:pt x="1725456" y="2788170"/>
                    <a:pt x="1759746" y="2800870"/>
                    <a:pt x="1800386" y="2816110"/>
                  </a:cubicBezTo>
                  <a:cubicBezTo>
                    <a:pt x="1852456" y="2835160"/>
                    <a:pt x="1950246" y="2849130"/>
                    <a:pt x="1984536" y="2868180"/>
                  </a:cubicBezTo>
                  <a:cubicBezTo>
                    <a:pt x="2002316" y="2878340"/>
                    <a:pt x="2011206" y="2887230"/>
                    <a:pt x="2017556" y="2898660"/>
                  </a:cubicBezTo>
                  <a:cubicBezTo>
                    <a:pt x="2025176" y="2911360"/>
                    <a:pt x="2028986" y="2927870"/>
                    <a:pt x="2025176" y="2943110"/>
                  </a:cubicBezTo>
                  <a:cubicBezTo>
                    <a:pt x="2021366" y="2960890"/>
                    <a:pt x="2002316" y="2986290"/>
                    <a:pt x="1987076" y="2995180"/>
                  </a:cubicBezTo>
                  <a:cubicBezTo>
                    <a:pt x="1973106" y="3002800"/>
                    <a:pt x="1956596" y="3004070"/>
                    <a:pt x="1942626" y="3000260"/>
                  </a:cubicBezTo>
                  <a:cubicBezTo>
                    <a:pt x="1928656" y="2997720"/>
                    <a:pt x="1912146" y="2990100"/>
                    <a:pt x="1903256" y="2978670"/>
                  </a:cubicBezTo>
                  <a:cubicBezTo>
                    <a:pt x="1893096" y="2963430"/>
                    <a:pt x="1885476" y="2931680"/>
                    <a:pt x="1889286" y="2913900"/>
                  </a:cubicBezTo>
                  <a:cubicBezTo>
                    <a:pt x="1891826" y="2899930"/>
                    <a:pt x="1900716" y="2885960"/>
                    <a:pt x="1913416" y="2877070"/>
                  </a:cubicBezTo>
                  <a:cubicBezTo>
                    <a:pt x="1928656" y="2866910"/>
                    <a:pt x="1960406" y="2861830"/>
                    <a:pt x="1978186" y="2865640"/>
                  </a:cubicBezTo>
                  <a:cubicBezTo>
                    <a:pt x="1992156" y="2869450"/>
                    <a:pt x="2006126" y="2880880"/>
                    <a:pt x="2013746" y="2892310"/>
                  </a:cubicBezTo>
                  <a:cubicBezTo>
                    <a:pt x="2021366" y="2903740"/>
                    <a:pt x="2026446" y="2921520"/>
                    <a:pt x="2026446" y="2935490"/>
                  </a:cubicBezTo>
                  <a:cubicBezTo>
                    <a:pt x="2025176" y="2949460"/>
                    <a:pt x="2020096" y="2965970"/>
                    <a:pt x="2009936" y="2977400"/>
                  </a:cubicBezTo>
                  <a:cubicBezTo>
                    <a:pt x="1997236" y="2990100"/>
                    <a:pt x="1971836" y="3002800"/>
                    <a:pt x="1950246" y="3001530"/>
                  </a:cubicBezTo>
                  <a:cubicBezTo>
                    <a:pt x="1919766" y="3001530"/>
                    <a:pt x="1882936" y="2965970"/>
                    <a:pt x="1847376" y="2954540"/>
                  </a:cubicBezTo>
                  <a:cubicBezTo>
                    <a:pt x="1814356" y="2943110"/>
                    <a:pt x="1778796" y="2946920"/>
                    <a:pt x="1744506" y="2935490"/>
                  </a:cubicBezTo>
                  <a:cubicBezTo>
                    <a:pt x="1703866" y="2920250"/>
                    <a:pt x="1655606" y="2893580"/>
                    <a:pt x="1620046" y="2869450"/>
                  </a:cubicBezTo>
                  <a:cubicBezTo>
                    <a:pt x="1588296" y="2849130"/>
                    <a:pt x="1569246" y="2833890"/>
                    <a:pt x="1536226" y="2803410"/>
                  </a:cubicBezTo>
                  <a:cubicBezTo>
                    <a:pt x="1480346" y="2752610"/>
                    <a:pt x="1377476" y="2651010"/>
                    <a:pt x="1324136" y="2581160"/>
                  </a:cubicBezTo>
                  <a:cubicBezTo>
                    <a:pt x="1283496" y="2527820"/>
                    <a:pt x="1259366" y="2480830"/>
                    <a:pt x="1235236" y="2427490"/>
                  </a:cubicBezTo>
                  <a:cubicBezTo>
                    <a:pt x="1211106" y="2376690"/>
                    <a:pt x="1192056" y="2325890"/>
                    <a:pt x="1175546" y="2270010"/>
                  </a:cubicBezTo>
                  <a:cubicBezTo>
                    <a:pt x="1157766" y="2212860"/>
                    <a:pt x="1139986" y="2158250"/>
                    <a:pt x="1133636" y="2088400"/>
                  </a:cubicBezTo>
                  <a:cubicBezTo>
                    <a:pt x="1126016" y="1998230"/>
                    <a:pt x="1136176" y="1845830"/>
                    <a:pt x="1150146" y="1773440"/>
                  </a:cubicBezTo>
                  <a:cubicBezTo>
                    <a:pt x="1159036" y="1732800"/>
                    <a:pt x="1170466" y="1712480"/>
                    <a:pt x="1184436" y="1683270"/>
                  </a:cubicBezTo>
                  <a:cubicBezTo>
                    <a:pt x="1197136" y="1654060"/>
                    <a:pt x="1209836" y="1623580"/>
                    <a:pt x="1230156" y="1599450"/>
                  </a:cubicBezTo>
                  <a:cubicBezTo>
                    <a:pt x="1253016" y="1574050"/>
                    <a:pt x="1287306" y="1552460"/>
                    <a:pt x="1316516" y="1538490"/>
                  </a:cubicBezTo>
                  <a:cubicBezTo>
                    <a:pt x="1341916" y="1527060"/>
                    <a:pt x="1367316" y="1521980"/>
                    <a:pt x="1395256" y="1519440"/>
                  </a:cubicBezTo>
                  <a:cubicBezTo>
                    <a:pt x="1425736" y="1518170"/>
                    <a:pt x="1463836" y="1520710"/>
                    <a:pt x="1493046" y="1530870"/>
                  </a:cubicBezTo>
                  <a:cubicBezTo>
                    <a:pt x="1518446" y="1539760"/>
                    <a:pt x="1542576" y="1552460"/>
                    <a:pt x="1560356" y="1574050"/>
                  </a:cubicBezTo>
                  <a:cubicBezTo>
                    <a:pt x="1583216" y="1598180"/>
                    <a:pt x="1602266" y="1642630"/>
                    <a:pt x="1609886" y="1675650"/>
                  </a:cubicBezTo>
                  <a:cubicBezTo>
                    <a:pt x="1617506" y="1702320"/>
                    <a:pt x="1620046" y="1727720"/>
                    <a:pt x="1613696" y="1753120"/>
                  </a:cubicBezTo>
                  <a:cubicBezTo>
                    <a:pt x="1608616" y="1782330"/>
                    <a:pt x="1592106" y="1816620"/>
                    <a:pt x="1571786" y="1842020"/>
                  </a:cubicBezTo>
                  <a:cubicBezTo>
                    <a:pt x="1548926" y="1869960"/>
                    <a:pt x="1519716" y="1892820"/>
                    <a:pt x="1484156" y="1911870"/>
                  </a:cubicBezTo>
                  <a:cubicBezTo>
                    <a:pt x="1439706" y="1934730"/>
                    <a:pt x="1378746" y="1949970"/>
                    <a:pt x="1320326" y="1958860"/>
                  </a:cubicBezTo>
                  <a:cubicBezTo>
                    <a:pt x="1253016" y="1970290"/>
                    <a:pt x="1173006" y="1971560"/>
                    <a:pt x="1100616" y="1969020"/>
                  </a:cubicBezTo>
                  <a:cubicBezTo>
                    <a:pt x="1025686" y="1966480"/>
                    <a:pt x="953296" y="1957590"/>
                    <a:pt x="878366" y="1944890"/>
                  </a:cubicBezTo>
                  <a:cubicBezTo>
                    <a:pt x="798356" y="1929650"/>
                    <a:pt x="711996" y="1914410"/>
                    <a:pt x="637066" y="1881390"/>
                  </a:cubicBezTo>
                  <a:cubicBezTo>
                    <a:pt x="563406" y="1848370"/>
                    <a:pt x="497366" y="1797570"/>
                    <a:pt x="430056" y="1745500"/>
                  </a:cubicBezTo>
                  <a:cubicBezTo>
                    <a:pt x="360206" y="1692160"/>
                    <a:pt x="284006" y="1632470"/>
                    <a:pt x="230666" y="1563890"/>
                  </a:cubicBezTo>
                  <a:cubicBezTo>
                    <a:pt x="177326" y="1497850"/>
                    <a:pt x="135416" y="1412760"/>
                    <a:pt x="107476" y="1344180"/>
                  </a:cubicBezTo>
                  <a:cubicBezTo>
                    <a:pt x="84616" y="1288300"/>
                    <a:pt x="79536" y="1242580"/>
                    <a:pt x="66836" y="1182890"/>
                  </a:cubicBezTo>
                  <a:cubicBezTo>
                    <a:pt x="50326" y="1111770"/>
                    <a:pt x="28736" y="1030490"/>
                    <a:pt x="18576" y="945400"/>
                  </a:cubicBezTo>
                  <a:cubicBezTo>
                    <a:pt x="5876" y="848880"/>
                    <a:pt x="3336" y="744740"/>
                    <a:pt x="796" y="634250"/>
                  </a:cubicBezTo>
                  <a:cubicBezTo>
                    <a:pt x="-1744" y="509790"/>
                    <a:pt x="2066" y="343420"/>
                    <a:pt x="8416" y="234200"/>
                  </a:cubicBezTo>
                  <a:cubicBezTo>
                    <a:pt x="13496" y="158000"/>
                    <a:pt x="14766" y="77990"/>
                    <a:pt x="31276" y="41160"/>
                  </a:cubicBezTo>
                  <a:cubicBezTo>
                    <a:pt x="38896" y="23380"/>
                    <a:pt x="47786" y="14490"/>
                    <a:pt x="59216" y="6870"/>
                  </a:cubicBezTo>
                  <a:cubicBezTo>
                    <a:pt x="71916" y="520"/>
                    <a:pt x="89696" y="-2020"/>
                    <a:pt x="103666" y="1790"/>
                  </a:cubicBezTo>
                  <a:cubicBezTo>
                    <a:pt x="116366" y="4330"/>
                    <a:pt x="131606" y="14490"/>
                    <a:pt x="140496" y="25920"/>
                  </a:cubicBezTo>
                  <a:cubicBezTo>
                    <a:pt x="148116" y="37350"/>
                    <a:pt x="150656" y="69100"/>
                    <a:pt x="150656" y="6910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95510" y="4365308"/>
            <a:ext cx="184785" cy="189548"/>
            <a:chOff x="0" y="0"/>
            <a:chExt cx="246380" cy="2527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7065" y="50746"/>
              <a:ext cx="145975" cy="151613"/>
            </a:xfrm>
            <a:custGeom>
              <a:avLst/>
              <a:gdLst/>
              <a:ahLst/>
              <a:cxnLst/>
              <a:rect r="r" b="b" t="t" l="l"/>
              <a:pathLst>
                <a:path h="151613" w="145975">
                  <a:moveTo>
                    <a:pt x="145975" y="52124"/>
                  </a:moveTo>
                  <a:cubicBezTo>
                    <a:pt x="143435" y="105464"/>
                    <a:pt x="120575" y="134674"/>
                    <a:pt x="105335" y="143564"/>
                  </a:cubicBezTo>
                  <a:cubicBezTo>
                    <a:pt x="93905" y="151184"/>
                    <a:pt x="82475" y="152454"/>
                    <a:pt x="68505" y="151184"/>
                  </a:cubicBezTo>
                  <a:cubicBezTo>
                    <a:pt x="50725" y="147374"/>
                    <a:pt x="18975" y="132134"/>
                    <a:pt x="8815" y="114354"/>
                  </a:cubicBezTo>
                  <a:cubicBezTo>
                    <a:pt x="-2615" y="96574"/>
                    <a:pt x="-1345" y="61014"/>
                    <a:pt x="3735" y="43234"/>
                  </a:cubicBezTo>
                  <a:cubicBezTo>
                    <a:pt x="7545" y="30534"/>
                    <a:pt x="17705" y="21644"/>
                    <a:pt x="26595" y="14024"/>
                  </a:cubicBezTo>
                  <a:cubicBezTo>
                    <a:pt x="35485" y="7674"/>
                    <a:pt x="46915" y="54"/>
                    <a:pt x="59615" y="54"/>
                  </a:cubicBezTo>
                  <a:cubicBezTo>
                    <a:pt x="78665" y="-1216"/>
                    <a:pt x="126925" y="20374"/>
                    <a:pt x="126925" y="2037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868844" y="4919676"/>
            <a:ext cx="6755615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Il servizio esterno utilizzato è USDA FoodData Central, un servizio REST che fornisce i valori nutrizionali di molti alimenti.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96349" y="6946602"/>
            <a:ext cx="6962951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Per via di problemi di rate limit (1000 richieste all’ora), USDA viene chiamata una sola volta per ingrediente, e i risultati vengono salvati localmente per recuperarli senza altre chiamate.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885825"/>
            <a:ext cx="8115300" cy="36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23"/>
              </a:lnSpc>
            </a:pPr>
            <a:r>
              <a:rPr lang="en-US" sz="11412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SERVIZIO UTILIZZATO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530720" y="1494356"/>
            <a:ext cx="10704157" cy="7298289"/>
          </a:xfrm>
          <a:custGeom>
            <a:avLst/>
            <a:gdLst/>
            <a:ahLst/>
            <a:cxnLst/>
            <a:rect r="r" b="b" t="t" l="l"/>
            <a:pathLst>
              <a:path h="7298289" w="10704157">
                <a:moveTo>
                  <a:pt x="0" y="0"/>
                </a:moveTo>
                <a:lnTo>
                  <a:pt x="10704156" y="0"/>
                </a:lnTo>
                <a:lnTo>
                  <a:pt x="10704156" y="7298288"/>
                </a:lnTo>
                <a:lnTo>
                  <a:pt x="0" y="729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01290" y="2771362"/>
            <a:ext cx="10892607" cy="7324994"/>
          </a:xfrm>
          <a:custGeom>
            <a:avLst/>
            <a:gdLst/>
            <a:ahLst/>
            <a:cxnLst/>
            <a:rect r="r" b="b" t="t" l="l"/>
            <a:pathLst>
              <a:path h="7324994" w="10892607">
                <a:moveTo>
                  <a:pt x="0" y="0"/>
                </a:moveTo>
                <a:lnTo>
                  <a:pt x="10892607" y="0"/>
                </a:lnTo>
                <a:lnTo>
                  <a:pt x="10892607" y="7324994"/>
                </a:lnTo>
                <a:lnTo>
                  <a:pt x="0" y="7324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337858">
            <a:off x="12551814" y="942394"/>
            <a:ext cx="8341106" cy="8402213"/>
          </a:xfrm>
          <a:custGeom>
            <a:avLst/>
            <a:gdLst/>
            <a:ahLst/>
            <a:cxnLst/>
            <a:rect r="r" b="b" t="t" l="l"/>
            <a:pathLst>
              <a:path h="8402213" w="8341106">
                <a:moveTo>
                  <a:pt x="0" y="0"/>
                </a:moveTo>
                <a:lnTo>
                  <a:pt x="8341106" y="0"/>
                </a:lnTo>
                <a:lnTo>
                  <a:pt x="8341106" y="8402212"/>
                </a:lnTo>
                <a:lnTo>
                  <a:pt x="0" y="8402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4878" y="7473775"/>
            <a:ext cx="4943469" cy="2390842"/>
          </a:xfrm>
          <a:custGeom>
            <a:avLst/>
            <a:gdLst/>
            <a:ahLst/>
            <a:cxnLst/>
            <a:rect r="r" b="b" t="t" l="l"/>
            <a:pathLst>
              <a:path h="2390842" w="4943469">
                <a:moveTo>
                  <a:pt x="0" y="0"/>
                </a:moveTo>
                <a:lnTo>
                  <a:pt x="4943469" y="0"/>
                </a:lnTo>
                <a:lnTo>
                  <a:pt x="4943469" y="2390841"/>
                </a:lnTo>
                <a:lnTo>
                  <a:pt x="0" y="239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80912" y="4080123"/>
            <a:ext cx="1993808" cy="2057400"/>
          </a:xfrm>
          <a:custGeom>
            <a:avLst/>
            <a:gdLst/>
            <a:ahLst/>
            <a:cxnLst/>
            <a:rect r="r" b="b" t="t" l="l"/>
            <a:pathLst>
              <a:path h="2057400" w="1993808">
                <a:moveTo>
                  <a:pt x="0" y="0"/>
                </a:moveTo>
                <a:lnTo>
                  <a:pt x="1993807" y="0"/>
                </a:lnTo>
                <a:lnTo>
                  <a:pt x="199380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921797">
            <a:off x="-2857943" y="-55154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9655" y="1662112"/>
            <a:ext cx="11393805" cy="1122998"/>
            <a:chOff x="0" y="0"/>
            <a:chExt cx="15191740" cy="14973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6038" y="40936"/>
              <a:ext cx="15094579" cy="1414266"/>
            </a:xfrm>
            <a:custGeom>
              <a:avLst/>
              <a:gdLst/>
              <a:ahLst/>
              <a:cxnLst/>
              <a:rect r="r" b="b" t="t" l="l"/>
              <a:pathLst>
                <a:path h="1414266" w="15094579">
                  <a:moveTo>
                    <a:pt x="613092" y="93684"/>
                  </a:moveTo>
                  <a:cubicBezTo>
                    <a:pt x="2521902" y="124164"/>
                    <a:pt x="4301172" y="130514"/>
                    <a:pt x="5116512" y="124164"/>
                  </a:cubicBezTo>
                  <a:cubicBezTo>
                    <a:pt x="5571172" y="121624"/>
                    <a:pt x="5738812" y="112734"/>
                    <a:pt x="6178232" y="107654"/>
                  </a:cubicBezTo>
                  <a:cubicBezTo>
                    <a:pt x="6894512" y="101304"/>
                    <a:pt x="7911782" y="110194"/>
                    <a:pt x="9003982" y="98764"/>
                  </a:cubicBezTo>
                  <a:cubicBezTo>
                    <a:pt x="10514012" y="84794"/>
                    <a:pt x="13790612" y="-34586"/>
                    <a:pt x="14397673" y="9864"/>
                  </a:cubicBezTo>
                  <a:cubicBezTo>
                    <a:pt x="14520862" y="18754"/>
                    <a:pt x="14550073" y="22564"/>
                    <a:pt x="14619923" y="45424"/>
                  </a:cubicBezTo>
                  <a:cubicBezTo>
                    <a:pt x="14689773" y="69554"/>
                    <a:pt x="14760892" y="106384"/>
                    <a:pt x="14819312" y="152104"/>
                  </a:cubicBezTo>
                  <a:cubicBezTo>
                    <a:pt x="14879003" y="196554"/>
                    <a:pt x="14933612" y="253704"/>
                    <a:pt x="14974253" y="315934"/>
                  </a:cubicBezTo>
                  <a:cubicBezTo>
                    <a:pt x="15016162" y="376894"/>
                    <a:pt x="15049182" y="449284"/>
                    <a:pt x="15069503" y="520404"/>
                  </a:cubicBezTo>
                  <a:cubicBezTo>
                    <a:pt x="15089823" y="591524"/>
                    <a:pt x="15097442" y="670264"/>
                    <a:pt x="15093632" y="745194"/>
                  </a:cubicBezTo>
                  <a:cubicBezTo>
                    <a:pt x="15089823" y="818854"/>
                    <a:pt x="15073312" y="896324"/>
                    <a:pt x="15045373" y="964904"/>
                  </a:cubicBezTo>
                  <a:cubicBezTo>
                    <a:pt x="15017432" y="1034754"/>
                    <a:pt x="14976792" y="1102064"/>
                    <a:pt x="14928532" y="1159214"/>
                  </a:cubicBezTo>
                  <a:cubicBezTo>
                    <a:pt x="14880273" y="1215094"/>
                    <a:pt x="14820582" y="1267164"/>
                    <a:pt x="14757082" y="1305264"/>
                  </a:cubicBezTo>
                  <a:cubicBezTo>
                    <a:pt x="14693582" y="1343364"/>
                    <a:pt x="14619923" y="1372574"/>
                    <a:pt x="14547532" y="1389084"/>
                  </a:cubicBezTo>
                  <a:cubicBezTo>
                    <a:pt x="14475142" y="1404324"/>
                    <a:pt x="14395132" y="1409404"/>
                    <a:pt x="14321473" y="1400514"/>
                  </a:cubicBezTo>
                  <a:cubicBezTo>
                    <a:pt x="14247812" y="1392894"/>
                    <a:pt x="14171612" y="1371304"/>
                    <a:pt x="14104303" y="1340824"/>
                  </a:cubicBezTo>
                  <a:cubicBezTo>
                    <a:pt x="14036992" y="1309074"/>
                    <a:pt x="13970953" y="1264624"/>
                    <a:pt x="13917612" y="1213824"/>
                  </a:cubicBezTo>
                  <a:cubicBezTo>
                    <a:pt x="13863003" y="1163024"/>
                    <a:pt x="13816012" y="1099524"/>
                    <a:pt x="13780453" y="1033484"/>
                  </a:cubicBezTo>
                  <a:cubicBezTo>
                    <a:pt x="13746162" y="968714"/>
                    <a:pt x="13720762" y="893784"/>
                    <a:pt x="13709332" y="820124"/>
                  </a:cubicBezTo>
                  <a:cubicBezTo>
                    <a:pt x="13696632" y="746464"/>
                    <a:pt x="13696632" y="667724"/>
                    <a:pt x="13709332" y="594064"/>
                  </a:cubicBezTo>
                  <a:cubicBezTo>
                    <a:pt x="13720762" y="520404"/>
                    <a:pt x="13746162" y="445474"/>
                    <a:pt x="13780453" y="380704"/>
                  </a:cubicBezTo>
                  <a:cubicBezTo>
                    <a:pt x="13816012" y="314664"/>
                    <a:pt x="13864273" y="251164"/>
                    <a:pt x="13917612" y="200364"/>
                  </a:cubicBezTo>
                  <a:cubicBezTo>
                    <a:pt x="13970953" y="149564"/>
                    <a:pt x="14036992" y="105114"/>
                    <a:pt x="14104303" y="73364"/>
                  </a:cubicBezTo>
                  <a:cubicBezTo>
                    <a:pt x="14171612" y="42884"/>
                    <a:pt x="14247812" y="21294"/>
                    <a:pt x="14321473" y="13674"/>
                  </a:cubicBezTo>
                  <a:cubicBezTo>
                    <a:pt x="14396403" y="6054"/>
                    <a:pt x="14475142" y="9864"/>
                    <a:pt x="14547532" y="26374"/>
                  </a:cubicBezTo>
                  <a:cubicBezTo>
                    <a:pt x="14619923" y="41614"/>
                    <a:pt x="14693582" y="70824"/>
                    <a:pt x="14757082" y="108924"/>
                  </a:cubicBezTo>
                  <a:cubicBezTo>
                    <a:pt x="14820582" y="148294"/>
                    <a:pt x="14881542" y="199094"/>
                    <a:pt x="14928532" y="256244"/>
                  </a:cubicBezTo>
                  <a:cubicBezTo>
                    <a:pt x="14976792" y="312124"/>
                    <a:pt x="15017432" y="380704"/>
                    <a:pt x="15045373" y="449284"/>
                  </a:cubicBezTo>
                  <a:cubicBezTo>
                    <a:pt x="15073312" y="517864"/>
                    <a:pt x="15089823" y="595334"/>
                    <a:pt x="15093632" y="668994"/>
                  </a:cubicBezTo>
                  <a:cubicBezTo>
                    <a:pt x="15097442" y="743924"/>
                    <a:pt x="15089823" y="822664"/>
                    <a:pt x="15069503" y="893784"/>
                  </a:cubicBezTo>
                  <a:cubicBezTo>
                    <a:pt x="15049182" y="966174"/>
                    <a:pt x="15016162" y="1037294"/>
                    <a:pt x="14974253" y="1098254"/>
                  </a:cubicBezTo>
                  <a:cubicBezTo>
                    <a:pt x="14932342" y="1160484"/>
                    <a:pt x="14879003" y="1217634"/>
                    <a:pt x="14819312" y="1263354"/>
                  </a:cubicBezTo>
                  <a:cubicBezTo>
                    <a:pt x="14759623" y="1307804"/>
                    <a:pt x="14689773" y="1344634"/>
                    <a:pt x="14619923" y="1368764"/>
                  </a:cubicBezTo>
                  <a:cubicBezTo>
                    <a:pt x="14550073" y="1391624"/>
                    <a:pt x="14520862" y="1395434"/>
                    <a:pt x="14397673" y="1404324"/>
                  </a:cubicBezTo>
                  <a:cubicBezTo>
                    <a:pt x="13790612" y="1448774"/>
                    <a:pt x="10514013" y="1330664"/>
                    <a:pt x="9003982" y="1315424"/>
                  </a:cubicBezTo>
                  <a:cubicBezTo>
                    <a:pt x="7911782" y="1303994"/>
                    <a:pt x="6894512" y="1312884"/>
                    <a:pt x="6178232" y="1306534"/>
                  </a:cubicBezTo>
                  <a:cubicBezTo>
                    <a:pt x="5738812" y="1302724"/>
                    <a:pt x="5571172" y="1292564"/>
                    <a:pt x="5116512" y="1290024"/>
                  </a:cubicBezTo>
                  <a:cubicBezTo>
                    <a:pt x="4301172" y="1284944"/>
                    <a:pt x="2521902" y="1290024"/>
                    <a:pt x="1700212" y="1298914"/>
                  </a:cubicBezTo>
                  <a:cubicBezTo>
                    <a:pt x="1236662" y="1303994"/>
                    <a:pt x="808672" y="1330664"/>
                    <a:pt x="613092" y="1320504"/>
                  </a:cubicBezTo>
                  <a:cubicBezTo>
                    <a:pt x="541972" y="1316694"/>
                    <a:pt x="514032" y="1314154"/>
                    <a:pt x="467042" y="1302724"/>
                  </a:cubicBezTo>
                  <a:cubicBezTo>
                    <a:pt x="418782" y="1291294"/>
                    <a:pt x="371792" y="1273514"/>
                    <a:pt x="328612" y="1250654"/>
                  </a:cubicBezTo>
                  <a:cubicBezTo>
                    <a:pt x="285432" y="1227794"/>
                    <a:pt x="243522" y="1198584"/>
                    <a:pt x="206692" y="1166834"/>
                  </a:cubicBezTo>
                  <a:cubicBezTo>
                    <a:pt x="169862" y="1133814"/>
                    <a:pt x="136842" y="1095714"/>
                    <a:pt x="108902" y="1055074"/>
                  </a:cubicBezTo>
                  <a:cubicBezTo>
                    <a:pt x="80962" y="1015704"/>
                    <a:pt x="58102" y="969984"/>
                    <a:pt x="40322" y="924264"/>
                  </a:cubicBezTo>
                  <a:cubicBezTo>
                    <a:pt x="22542" y="878544"/>
                    <a:pt x="11112" y="830284"/>
                    <a:pt x="4762" y="780754"/>
                  </a:cubicBezTo>
                  <a:cubicBezTo>
                    <a:pt x="-1588" y="732494"/>
                    <a:pt x="-1588" y="681694"/>
                    <a:pt x="4762" y="633434"/>
                  </a:cubicBezTo>
                  <a:cubicBezTo>
                    <a:pt x="11112" y="585174"/>
                    <a:pt x="22542" y="535644"/>
                    <a:pt x="40322" y="489924"/>
                  </a:cubicBezTo>
                  <a:cubicBezTo>
                    <a:pt x="58102" y="444204"/>
                    <a:pt x="80962" y="398484"/>
                    <a:pt x="108902" y="359114"/>
                  </a:cubicBezTo>
                  <a:cubicBezTo>
                    <a:pt x="136842" y="318474"/>
                    <a:pt x="169862" y="280374"/>
                    <a:pt x="206692" y="248624"/>
                  </a:cubicBezTo>
                  <a:cubicBezTo>
                    <a:pt x="243522" y="215604"/>
                    <a:pt x="285432" y="186394"/>
                    <a:pt x="328612" y="163534"/>
                  </a:cubicBezTo>
                  <a:cubicBezTo>
                    <a:pt x="371792" y="141944"/>
                    <a:pt x="418782" y="122894"/>
                    <a:pt x="467042" y="111464"/>
                  </a:cubicBezTo>
                  <a:cubicBezTo>
                    <a:pt x="514032" y="100034"/>
                    <a:pt x="613092" y="93684"/>
                    <a:pt x="613092" y="93684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715750" y="419100"/>
            <a:ext cx="859155" cy="686752"/>
            <a:chOff x="0" y="0"/>
            <a:chExt cx="1145540" cy="915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7083" y="49530"/>
              <a:ext cx="1046387" cy="815065"/>
            </a:xfrm>
            <a:custGeom>
              <a:avLst/>
              <a:gdLst/>
              <a:ahLst/>
              <a:cxnLst/>
              <a:rect r="r" b="b" t="t" l="l"/>
              <a:pathLst>
                <a:path h="815065" w="1046387">
                  <a:moveTo>
                    <a:pt x="53247" y="599440"/>
                  </a:moveTo>
                  <a:cubicBezTo>
                    <a:pt x="389797" y="386080"/>
                    <a:pt x="784767" y="69850"/>
                    <a:pt x="864777" y="21590"/>
                  </a:cubicBezTo>
                  <a:cubicBezTo>
                    <a:pt x="882557" y="11430"/>
                    <a:pt x="885097" y="8890"/>
                    <a:pt x="899067" y="5080"/>
                  </a:cubicBezTo>
                  <a:cubicBezTo>
                    <a:pt x="918117" y="1270"/>
                    <a:pt x="951137" y="0"/>
                    <a:pt x="972727" y="8890"/>
                  </a:cubicBezTo>
                  <a:cubicBezTo>
                    <a:pt x="994317" y="16510"/>
                    <a:pt x="1017177" y="39370"/>
                    <a:pt x="1029877" y="55880"/>
                  </a:cubicBezTo>
                  <a:cubicBezTo>
                    <a:pt x="1037497" y="67310"/>
                    <a:pt x="1041307" y="76200"/>
                    <a:pt x="1043847" y="90170"/>
                  </a:cubicBezTo>
                  <a:cubicBezTo>
                    <a:pt x="1046387" y="110490"/>
                    <a:pt x="1046387" y="143510"/>
                    <a:pt x="1036227" y="163830"/>
                  </a:cubicBezTo>
                  <a:cubicBezTo>
                    <a:pt x="1027337" y="185420"/>
                    <a:pt x="1007017" y="207010"/>
                    <a:pt x="986697" y="218440"/>
                  </a:cubicBezTo>
                  <a:cubicBezTo>
                    <a:pt x="965107" y="229870"/>
                    <a:pt x="935897" y="234950"/>
                    <a:pt x="913037" y="231140"/>
                  </a:cubicBezTo>
                  <a:cubicBezTo>
                    <a:pt x="890177" y="227330"/>
                    <a:pt x="863507" y="214630"/>
                    <a:pt x="848267" y="196850"/>
                  </a:cubicBezTo>
                  <a:cubicBezTo>
                    <a:pt x="831757" y="180340"/>
                    <a:pt x="819057" y="153670"/>
                    <a:pt x="815247" y="130810"/>
                  </a:cubicBezTo>
                  <a:cubicBezTo>
                    <a:pt x="812707" y="107950"/>
                    <a:pt x="822867" y="76200"/>
                    <a:pt x="830487" y="58420"/>
                  </a:cubicBezTo>
                  <a:cubicBezTo>
                    <a:pt x="836837" y="45720"/>
                    <a:pt x="843187" y="38100"/>
                    <a:pt x="854617" y="29210"/>
                  </a:cubicBezTo>
                  <a:cubicBezTo>
                    <a:pt x="871127" y="17780"/>
                    <a:pt x="904147" y="3810"/>
                    <a:pt x="923197" y="1270"/>
                  </a:cubicBezTo>
                  <a:cubicBezTo>
                    <a:pt x="937167" y="-1270"/>
                    <a:pt x="947327" y="0"/>
                    <a:pt x="960027" y="5080"/>
                  </a:cubicBezTo>
                  <a:cubicBezTo>
                    <a:pt x="979077" y="11430"/>
                    <a:pt x="1008287" y="26670"/>
                    <a:pt x="1022257" y="45720"/>
                  </a:cubicBezTo>
                  <a:cubicBezTo>
                    <a:pt x="1036227" y="63500"/>
                    <a:pt x="1046387" y="92710"/>
                    <a:pt x="1046387" y="115570"/>
                  </a:cubicBezTo>
                  <a:cubicBezTo>
                    <a:pt x="1046387" y="138430"/>
                    <a:pt x="1045117" y="156210"/>
                    <a:pt x="1023527" y="185420"/>
                  </a:cubicBezTo>
                  <a:cubicBezTo>
                    <a:pt x="942247" y="298450"/>
                    <a:pt x="316137" y="736600"/>
                    <a:pt x="180247" y="797560"/>
                  </a:cubicBezTo>
                  <a:cubicBezTo>
                    <a:pt x="140877" y="815340"/>
                    <a:pt x="121827" y="816610"/>
                    <a:pt x="97697" y="814070"/>
                  </a:cubicBezTo>
                  <a:cubicBezTo>
                    <a:pt x="78647" y="812800"/>
                    <a:pt x="60867" y="803910"/>
                    <a:pt x="45627" y="792480"/>
                  </a:cubicBezTo>
                  <a:cubicBezTo>
                    <a:pt x="31657" y="782320"/>
                    <a:pt x="17687" y="767080"/>
                    <a:pt x="10067" y="749300"/>
                  </a:cubicBezTo>
                  <a:cubicBezTo>
                    <a:pt x="1177" y="726440"/>
                    <a:pt x="-3903" y="690880"/>
                    <a:pt x="3717" y="665480"/>
                  </a:cubicBezTo>
                  <a:cubicBezTo>
                    <a:pt x="11337" y="641350"/>
                    <a:pt x="53247" y="599440"/>
                    <a:pt x="53247" y="59944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470005" y="305753"/>
            <a:ext cx="323850" cy="605790"/>
            <a:chOff x="0" y="0"/>
            <a:chExt cx="431800" cy="807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47262"/>
              <a:ext cx="330658" cy="710710"/>
            </a:xfrm>
            <a:custGeom>
              <a:avLst/>
              <a:gdLst/>
              <a:ahLst/>
              <a:cxnLst/>
              <a:rect r="r" b="b" t="t" l="l"/>
              <a:pathLst>
                <a:path h="710710" w="330658">
                  <a:moveTo>
                    <a:pt x="0" y="577578"/>
                  </a:moveTo>
                  <a:cubicBezTo>
                    <a:pt x="77470" y="181338"/>
                    <a:pt x="146050" y="26398"/>
                    <a:pt x="196850" y="3538"/>
                  </a:cubicBezTo>
                  <a:cubicBezTo>
                    <a:pt x="220980" y="-7892"/>
                    <a:pt x="254000" y="11158"/>
                    <a:pt x="271780" y="21318"/>
                  </a:cubicBezTo>
                  <a:cubicBezTo>
                    <a:pt x="285750" y="27668"/>
                    <a:pt x="293370" y="35288"/>
                    <a:pt x="302260" y="46718"/>
                  </a:cubicBezTo>
                  <a:cubicBezTo>
                    <a:pt x="313690" y="64498"/>
                    <a:pt x="327660" y="98788"/>
                    <a:pt x="330200" y="120378"/>
                  </a:cubicBezTo>
                  <a:cubicBezTo>
                    <a:pt x="331470" y="134348"/>
                    <a:pt x="330200" y="144508"/>
                    <a:pt x="325120" y="158478"/>
                  </a:cubicBezTo>
                  <a:cubicBezTo>
                    <a:pt x="317500" y="178798"/>
                    <a:pt x="299720" y="208008"/>
                    <a:pt x="280670" y="223248"/>
                  </a:cubicBezTo>
                  <a:cubicBezTo>
                    <a:pt x="260350" y="237218"/>
                    <a:pt x="227330" y="244838"/>
                    <a:pt x="205740" y="246108"/>
                  </a:cubicBezTo>
                  <a:cubicBezTo>
                    <a:pt x="191770" y="247378"/>
                    <a:pt x="181610" y="246108"/>
                    <a:pt x="167640" y="239758"/>
                  </a:cubicBezTo>
                  <a:cubicBezTo>
                    <a:pt x="148590" y="230868"/>
                    <a:pt x="119380" y="208008"/>
                    <a:pt x="106680" y="191498"/>
                  </a:cubicBezTo>
                  <a:cubicBezTo>
                    <a:pt x="96520" y="180068"/>
                    <a:pt x="93980" y="168638"/>
                    <a:pt x="90170" y="155938"/>
                  </a:cubicBezTo>
                  <a:cubicBezTo>
                    <a:pt x="86360" y="143238"/>
                    <a:pt x="83820" y="131808"/>
                    <a:pt x="86360" y="116568"/>
                  </a:cubicBezTo>
                  <a:cubicBezTo>
                    <a:pt x="88900" y="96248"/>
                    <a:pt x="100330" y="63228"/>
                    <a:pt x="115570" y="44178"/>
                  </a:cubicBezTo>
                  <a:cubicBezTo>
                    <a:pt x="132080" y="26398"/>
                    <a:pt x="158750" y="9888"/>
                    <a:pt x="182880" y="6078"/>
                  </a:cubicBezTo>
                  <a:cubicBezTo>
                    <a:pt x="207010" y="998"/>
                    <a:pt x="238760" y="4808"/>
                    <a:pt x="260350" y="14968"/>
                  </a:cubicBezTo>
                  <a:cubicBezTo>
                    <a:pt x="283210" y="25128"/>
                    <a:pt x="304800" y="47988"/>
                    <a:pt x="316230" y="69578"/>
                  </a:cubicBezTo>
                  <a:cubicBezTo>
                    <a:pt x="327660" y="91168"/>
                    <a:pt x="332740" y="121648"/>
                    <a:pt x="327660" y="145778"/>
                  </a:cubicBezTo>
                  <a:cubicBezTo>
                    <a:pt x="323850" y="169908"/>
                    <a:pt x="308610" y="197848"/>
                    <a:pt x="290830" y="214358"/>
                  </a:cubicBezTo>
                  <a:cubicBezTo>
                    <a:pt x="271780" y="230868"/>
                    <a:pt x="218440" y="239758"/>
                    <a:pt x="219710" y="246108"/>
                  </a:cubicBezTo>
                  <a:cubicBezTo>
                    <a:pt x="220980" y="252458"/>
                    <a:pt x="276860" y="233408"/>
                    <a:pt x="290830" y="251188"/>
                  </a:cubicBezTo>
                  <a:cubicBezTo>
                    <a:pt x="321310" y="289288"/>
                    <a:pt x="257810" y="536938"/>
                    <a:pt x="241300" y="601708"/>
                  </a:cubicBezTo>
                  <a:cubicBezTo>
                    <a:pt x="234950" y="628378"/>
                    <a:pt x="232410" y="641078"/>
                    <a:pt x="222250" y="657588"/>
                  </a:cubicBezTo>
                  <a:cubicBezTo>
                    <a:pt x="212090" y="672828"/>
                    <a:pt x="198120" y="688068"/>
                    <a:pt x="179070" y="696958"/>
                  </a:cubicBezTo>
                  <a:cubicBezTo>
                    <a:pt x="157480" y="707118"/>
                    <a:pt x="120650" y="714738"/>
                    <a:pt x="93980" y="708388"/>
                  </a:cubicBezTo>
                  <a:cubicBezTo>
                    <a:pt x="67310" y="703308"/>
                    <a:pt x="38100" y="682988"/>
                    <a:pt x="21590" y="661398"/>
                  </a:cubicBezTo>
                  <a:cubicBezTo>
                    <a:pt x="6350" y="639808"/>
                    <a:pt x="0" y="577578"/>
                    <a:pt x="0" y="57757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18620" y="1110615"/>
            <a:ext cx="522922" cy="263842"/>
            <a:chOff x="0" y="0"/>
            <a:chExt cx="697230" cy="3517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050" y="49132"/>
              <a:ext cx="597380" cy="258867"/>
            </a:xfrm>
            <a:custGeom>
              <a:avLst/>
              <a:gdLst/>
              <a:ahLst/>
              <a:cxnLst/>
              <a:rect r="r" b="b" t="t" l="l"/>
              <a:pathLst>
                <a:path h="258867" w="597380">
                  <a:moveTo>
                    <a:pt x="122400" y="2938"/>
                  </a:moveTo>
                  <a:cubicBezTo>
                    <a:pt x="507210" y="6748"/>
                    <a:pt x="528800" y="15638"/>
                    <a:pt x="547850" y="27068"/>
                  </a:cubicBezTo>
                  <a:cubicBezTo>
                    <a:pt x="560550" y="34688"/>
                    <a:pt x="566900" y="42308"/>
                    <a:pt x="574520" y="56278"/>
                  </a:cubicBezTo>
                  <a:cubicBezTo>
                    <a:pt x="585950" y="74058"/>
                    <a:pt x="597380" y="107078"/>
                    <a:pt x="596110" y="132478"/>
                  </a:cubicBezTo>
                  <a:cubicBezTo>
                    <a:pt x="594840" y="157878"/>
                    <a:pt x="583410" y="187088"/>
                    <a:pt x="566900" y="206138"/>
                  </a:cubicBezTo>
                  <a:cubicBezTo>
                    <a:pt x="550390" y="225188"/>
                    <a:pt x="523720" y="241698"/>
                    <a:pt x="498320" y="248048"/>
                  </a:cubicBezTo>
                  <a:cubicBezTo>
                    <a:pt x="474190" y="253128"/>
                    <a:pt x="439900" y="246778"/>
                    <a:pt x="419580" y="239158"/>
                  </a:cubicBezTo>
                  <a:cubicBezTo>
                    <a:pt x="405610" y="234078"/>
                    <a:pt x="395450" y="225188"/>
                    <a:pt x="386560" y="216298"/>
                  </a:cubicBezTo>
                  <a:cubicBezTo>
                    <a:pt x="376400" y="207408"/>
                    <a:pt x="367510" y="198518"/>
                    <a:pt x="361160" y="184548"/>
                  </a:cubicBezTo>
                  <a:cubicBezTo>
                    <a:pt x="353540" y="164228"/>
                    <a:pt x="344650" y="129938"/>
                    <a:pt x="348460" y="105808"/>
                  </a:cubicBezTo>
                  <a:cubicBezTo>
                    <a:pt x="352270" y="80408"/>
                    <a:pt x="367510" y="52468"/>
                    <a:pt x="386560" y="34688"/>
                  </a:cubicBezTo>
                  <a:cubicBezTo>
                    <a:pt x="404340" y="18178"/>
                    <a:pt x="437360" y="5478"/>
                    <a:pt x="458950" y="1668"/>
                  </a:cubicBezTo>
                  <a:cubicBezTo>
                    <a:pt x="472920" y="-872"/>
                    <a:pt x="484350" y="-872"/>
                    <a:pt x="498320" y="4208"/>
                  </a:cubicBezTo>
                  <a:cubicBezTo>
                    <a:pt x="518640" y="10558"/>
                    <a:pt x="550390" y="25798"/>
                    <a:pt x="566900" y="44848"/>
                  </a:cubicBezTo>
                  <a:cubicBezTo>
                    <a:pt x="583410" y="63898"/>
                    <a:pt x="593570" y="98188"/>
                    <a:pt x="596110" y="118508"/>
                  </a:cubicBezTo>
                  <a:cubicBezTo>
                    <a:pt x="598650" y="133748"/>
                    <a:pt x="597380" y="145178"/>
                    <a:pt x="592300" y="159148"/>
                  </a:cubicBezTo>
                  <a:cubicBezTo>
                    <a:pt x="584680" y="179468"/>
                    <a:pt x="566900" y="209948"/>
                    <a:pt x="546580" y="225188"/>
                  </a:cubicBezTo>
                  <a:cubicBezTo>
                    <a:pt x="527530" y="240428"/>
                    <a:pt x="507210" y="244238"/>
                    <a:pt x="471650" y="250588"/>
                  </a:cubicBezTo>
                  <a:cubicBezTo>
                    <a:pt x="397990" y="262018"/>
                    <a:pt x="197330" y="262018"/>
                    <a:pt x="122400" y="248048"/>
                  </a:cubicBezTo>
                  <a:cubicBezTo>
                    <a:pt x="85570" y="241698"/>
                    <a:pt x="61440" y="235348"/>
                    <a:pt x="41120" y="217568"/>
                  </a:cubicBezTo>
                  <a:cubicBezTo>
                    <a:pt x="20800" y="199788"/>
                    <a:pt x="5560" y="165498"/>
                    <a:pt x="1750" y="140098"/>
                  </a:cubicBezTo>
                  <a:cubicBezTo>
                    <a:pt x="-2060" y="119778"/>
                    <a:pt x="480" y="100728"/>
                    <a:pt x="8100" y="82948"/>
                  </a:cubicBezTo>
                  <a:cubicBezTo>
                    <a:pt x="18260" y="60088"/>
                    <a:pt x="44930" y="29608"/>
                    <a:pt x="66520" y="16908"/>
                  </a:cubicBezTo>
                  <a:cubicBezTo>
                    <a:pt x="83030" y="6748"/>
                    <a:pt x="122400" y="2938"/>
                    <a:pt x="122400" y="293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64808" y="2015490"/>
            <a:ext cx="2144078" cy="1576388"/>
            <a:chOff x="0" y="0"/>
            <a:chExt cx="2858770" cy="2101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3372" y="49611"/>
              <a:ext cx="2764791" cy="2007090"/>
            </a:xfrm>
            <a:custGeom>
              <a:avLst/>
              <a:gdLst/>
              <a:ahLst/>
              <a:cxnLst/>
              <a:rect r="r" b="b" t="t" l="l"/>
              <a:pathLst>
                <a:path h="2007090" w="2764791">
                  <a:moveTo>
                    <a:pt x="161098" y="68499"/>
                  </a:moveTo>
                  <a:cubicBezTo>
                    <a:pt x="142048" y="661589"/>
                    <a:pt x="177608" y="700959"/>
                    <a:pt x="218248" y="774619"/>
                  </a:cubicBezTo>
                  <a:cubicBezTo>
                    <a:pt x="276668" y="877489"/>
                    <a:pt x="383348" y="1036239"/>
                    <a:pt x="453198" y="1128949"/>
                  </a:cubicBezTo>
                  <a:cubicBezTo>
                    <a:pt x="502728" y="1193719"/>
                    <a:pt x="542098" y="1239439"/>
                    <a:pt x="590358" y="1286429"/>
                  </a:cubicBezTo>
                  <a:cubicBezTo>
                    <a:pt x="638618" y="1332149"/>
                    <a:pt x="688148" y="1374059"/>
                    <a:pt x="742758" y="1408349"/>
                  </a:cubicBezTo>
                  <a:cubicBezTo>
                    <a:pt x="797368" y="1443909"/>
                    <a:pt x="862138" y="1475659"/>
                    <a:pt x="919288" y="1497249"/>
                  </a:cubicBezTo>
                  <a:cubicBezTo>
                    <a:pt x="970088" y="1515029"/>
                    <a:pt x="1015808" y="1527729"/>
                    <a:pt x="1066608" y="1532809"/>
                  </a:cubicBezTo>
                  <a:cubicBezTo>
                    <a:pt x="1121218" y="1539159"/>
                    <a:pt x="1178368" y="1541699"/>
                    <a:pt x="1238058" y="1528999"/>
                  </a:cubicBezTo>
                  <a:cubicBezTo>
                    <a:pt x="1307908" y="1512489"/>
                    <a:pt x="1392998" y="1464229"/>
                    <a:pt x="1456498" y="1432479"/>
                  </a:cubicBezTo>
                  <a:cubicBezTo>
                    <a:pt x="1507298" y="1405809"/>
                    <a:pt x="1550478" y="1380409"/>
                    <a:pt x="1591118" y="1352469"/>
                  </a:cubicBezTo>
                  <a:cubicBezTo>
                    <a:pt x="1625408" y="1329609"/>
                    <a:pt x="1660968" y="1310559"/>
                    <a:pt x="1682558" y="1281349"/>
                  </a:cubicBezTo>
                  <a:cubicBezTo>
                    <a:pt x="1702878" y="1254679"/>
                    <a:pt x="1716848" y="1183559"/>
                    <a:pt x="1720658" y="1184829"/>
                  </a:cubicBezTo>
                  <a:cubicBezTo>
                    <a:pt x="1724468" y="1186099"/>
                    <a:pt x="1696528" y="1274999"/>
                    <a:pt x="1697798" y="1316909"/>
                  </a:cubicBezTo>
                  <a:cubicBezTo>
                    <a:pt x="1699068" y="1355009"/>
                    <a:pt x="1711768" y="1393109"/>
                    <a:pt x="1725738" y="1426129"/>
                  </a:cubicBezTo>
                  <a:cubicBezTo>
                    <a:pt x="1739708" y="1457879"/>
                    <a:pt x="1749868" y="1480739"/>
                    <a:pt x="1777808" y="1512489"/>
                  </a:cubicBezTo>
                  <a:cubicBezTo>
                    <a:pt x="1828608" y="1568369"/>
                    <a:pt x="1967038" y="1666159"/>
                    <a:pt x="2027998" y="1709339"/>
                  </a:cubicBezTo>
                  <a:cubicBezTo>
                    <a:pt x="2062288" y="1733469"/>
                    <a:pt x="2076258" y="1743629"/>
                    <a:pt x="2110548" y="1761409"/>
                  </a:cubicBezTo>
                  <a:cubicBezTo>
                    <a:pt x="2163888" y="1786809"/>
                    <a:pt x="2240088" y="1819829"/>
                    <a:pt x="2322638" y="1837609"/>
                  </a:cubicBezTo>
                  <a:cubicBezTo>
                    <a:pt x="2431858" y="1860469"/>
                    <a:pt x="2656648" y="1838879"/>
                    <a:pt x="2716338" y="1861739"/>
                  </a:cubicBezTo>
                  <a:cubicBezTo>
                    <a:pt x="2736658" y="1869359"/>
                    <a:pt x="2744278" y="1876979"/>
                    <a:pt x="2751898" y="1889679"/>
                  </a:cubicBezTo>
                  <a:cubicBezTo>
                    <a:pt x="2760788" y="1902379"/>
                    <a:pt x="2765868" y="1918889"/>
                    <a:pt x="2764598" y="1934129"/>
                  </a:cubicBezTo>
                  <a:cubicBezTo>
                    <a:pt x="2760788" y="1953179"/>
                    <a:pt x="2744278" y="1981119"/>
                    <a:pt x="2729038" y="1991279"/>
                  </a:cubicBezTo>
                  <a:cubicBezTo>
                    <a:pt x="2716338" y="2000169"/>
                    <a:pt x="2698558" y="2002709"/>
                    <a:pt x="2683318" y="2001439"/>
                  </a:cubicBezTo>
                  <a:cubicBezTo>
                    <a:pt x="2669348" y="1998899"/>
                    <a:pt x="2651568" y="1992549"/>
                    <a:pt x="2641408" y="1981119"/>
                  </a:cubicBezTo>
                  <a:cubicBezTo>
                    <a:pt x="2629978" y="1967149"/>
                    <a:pt x="2619818" y="1935399"/>
                    <a:pt x="2621088" y="1916349"/>
                  </a:cubicBezTo>
                  <a:cubicBezTo>
                    <a:pt x="2622358" y="1901109"/>
                    <a:pt x="2632518" y="1885869"/>
                    <a:pt x="2642678" y="1876979"/>
                  </a:cubicBezTo>
                  <a:cubicBezTo>
                    <a:pt x="2654108" y="1866819"/>
                    <a:pt x="2670618" y="1859199"/>
                    <a:pt x="2685858" y="1857929"/>
                  </a:cubicBezTo>
                  <a:cubicBezTo>
                    <a:pt x="2699828" y="1856659"/>
                    <a:pt x="2717608" y="1860469"/>
                    <a:pt x="2730308" y="1868089"/>
                  </a:cubicBezTo>
                  <a:cubicBezTo>
                    <a:pt x="2743008" y="1875709"/>
                    <a:pt x="2754438" y="1889679"/>
                    <a:pt x="2759518" y="1903649"/>
                  </a:cubicBezTo>
                  <a:cubicBezTo>
                    <a:pt x="2764598" y="1917619"/>
                    <a:pt x="2767138" y="1935399"/>
                    <a:pt x="2760788" y="1949369"/>
                  </a:cubicBezTo>
                  <a:cubicBezTo>
                    <a:pt x="2754438" y="1967149"/>
                    <a:pt x="2739198" y="1987469"/>
                    <a:pt x="2713798" y="1997629"/>
                  </a:cubicBezTo>
                  <a:cubicBezTo>
                    <a:pt x="2665538" y="2017949"/>
                    <a:pt x="2534728" y="2000169"/>
                    <a:pt x="2455988" y="1993819"/>
                  </a:cubicBezTo>
                  <a:cubicBezTo>
                    <a:pt x="2391218" y="1987469"/>
                    <a:pt x="2341688" y="1981119"/>
                    <a:pt x="2278188" y="1964609"/>
                  </a:cubicBezTo>
                  <a:cubicBezTo>
                    <a:pt x="2203258" y="1945559"/>
                    <a:pt x="2119438" y="1920159"/>
                    <a:pt x="2038158" y="1878249"/>
                  </a:cubicBezTo>
                  <a:cubicBezTo>
                    <a:pt x="1944178" y="1829989"/>
                    <a:pt x="1819718" y="1737279"/>
                    <a:pt x="1751138" y="1681399"/>
                  </a:cubicBezTo>
                  <a:cubicBezTo>
                    <a:pt x="1709228" y="1647109"/>
                    <a:pt x="1685098" y="1629329"/>
                    <a:pt x="1655888" y="1589959"/>
                  </a:cubicBezTo>
                  <a:cubicBezTo>
                    <a:pt x="1616518" y="1539159"/>
                    <a:pt x="1564448" y="1457879"/>
                    <a:pt x="1549208" y="1390569"/>
                  </a:cubicBezTo>
                  <a:cubicBezTo>
                    <a:pt x="1536508" y="1330879"/>
                    <a:pt x="1551748" y="1258489"/>
                    <a:pt x="1559368" y="1208959"/>
                  </a:cubicBezTo>
                  <a:cubicBezTo>
                    <a:pt x="1564448" y="1175939"/>
                    <a:pt x="1572068" y="1150539"/>
                    <a:pt x="1583498" y="1125139"/>
                  </a:cubicBezTo>
                  <a:cubicBezTo>
                    <a:pt x="1593658" y="1101009"/>
                    <a:pt x="1602548" y="1076879"/>
                    <a:pt x="1625408" y="1059099"/>
                  </a:cubicBezTo>
                  <a:cubicBezTo>
                    <a:pt x="1655888" y="1033699"/>
                    <a:pt x="1720658" y="996869"/>
                    <a:pt x="1760028" y="1001949"/>
                  </a:cubicBezTo>
                  <a:cubicBezTo>
                    <a:pt x="1794318" y="1007029"/>
                    <a:pt x="1833688" y="1041319"/>
                    <a:pt x="1848928" y="1070529"/>
                  </a:cubicBezTo>
                  <a:cubicBezTo>
                    <a:pt x="1862898" y="1099739"/>
                    <a:pt x="1856548" y="1141649"/>
                    <a:pt x="1851468" y="1175939"/>
                  </a:cubicBezTo>
                  <a:cubicBezTo>
                    <a:pt x="1845118" y="1212769"/>
                    <a:pt x="1831148" y="1253409"/>
                    <a:pt x="1814638" y="1286429"/>
                  </a:cubicBezTo>
                  <a:cubicBezTo>
                    <a:pt x="1799398" y="1318179"/>
                    <a:pt x="1786698" y="1343579"/>
                    <a:pt x="1756218" y="1372789"/>
                  </a:cubicBezTo>
                  <a:cubicBezTo>
                    <a:pt x="1702878" y="1424859"/>
                    <a:pt x="1588578" y="1492169"/>
                    <a:pt x="1500948" y="1537889"/>
                  </a:cubicBezTo>
                  <a:cubicBezTo>
                    <a:pt x="1417128" y="1581069"/>
                    <a:pt x="1324418" y="1626789"/>
                    <a:pt x="1241868" y="1642029"/>
                  </a:cubicBezTo>
                  <a:cubicBezTo>
                    <a:pt x="1172018" y="1655999"/>
                    <a:pt x="1103438" y="1652189"/>
                    <a:pt x="1039938" y="1644569"/>
                  </a:cubicBezTo>
                  <a:cubicBezTo>
                    <a:pt x="978978" y="1636949"/>
                    <a:pt x="925638" y="1621709"/>
                    <a:pt x="868488" y="1600119"/>
                  </a:cubicBezTo>
                  <a:cubicBezTo>
                    <a:pt x="803718" y="1574719"/>
                    <a:pt x="731328" y="1537889"/>
                    <a:pt x="670368" y="1498519"/>
                  </a:cubicBezTo>
                  <a:cubicBezTo>
                    <a:pt x="610678" y="1459149"/>
                    <a:pt x="554798" y="1413429"/>
                    <a:pt x="503998" y="1362629"/>
                  </a:cubicBezTo>
                  <a:cubicBezTo>
                    <a:pt x="450658" y="1311829"/>
                    <a:pt x="410018" y="1263569"/>
                    <a:pt x="356678" y="1193719"/>
                  </a:cubicBezTo>
                  <a:cubicBezTo>
                    <a:pt x="283018" y="1095929"/>
                    <a:pt x="171258" y="935909"/>
                    <a:pt x="110298" y="822879"/>
                  </a:cubicBezTo>
                  <a:cubicBezTo>
                    <a:pt x="63308" y="735249"/>
                    <a:pt x="23938" y="670479"/>
                    <a:pt x="7428" y="580309"/>
                  </a:cubicBezTo>
                  <a:cubicBezTo>
                    <a:pt x="-11622" y="476169"/>
                    <a:pt x="11238" y="332659"/>
                    <a:pt x="17588" y="233599"/>
                  </a:cubicBezTo>
                  <a:cubicBezTo>
                    <a:pt x="23938" y="159939"/>
                    <a:pt x="23938" y="77389"/>
                    <a:pt x="40448" y="40559"/>
                  </a:cubicBezTo>
                  <a:cubicBezTo>
                    <a:pt x="48068" y="22779"/>
                    <a:pt x="56958" y="13889"/>
                    <a:pt x="69658" y="7539"/>
                  </a:cubicBezTo>
                  <a:cubicBezTo>
                    <a:pt x="81088" y="-81"/>
                    <a:pt x="100138" y="-1351"/>
                    <a:pt x="112838" y="1189"/>
                  </a:cubicBezTo>
                  <a:cubicBezTo>
                    <a:pt x="126808" y="4999"/>
                    <a:pt x="142048" y="15159"/>
                    <a:pt x="149668" y="26589"/>
                  </a:cubicBezTo>
                  <a:cubicBezTo>
                    <a:pt x="157288" y="36749"/>
                    <a:pt x="161098" y="68499"/>
                    <a:pt x="161098" y="68499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606992" y="3430905"/>
            <a:ext cx="188595" cy="189548"/>
            <a:chOff x="0" y="0"/>
            <a:chExt cx="251460" cy="252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559" y="50800"/>
              <a:ext cx="148831" cy="151938"/>
            </a:xfrm>
            <a:custGeom>
              <a:avLst/>
              <a:gdLst/>
              <a:ahLst/>
              <a:cxnLst/>
              <a:rect r="r" b="b" t="t" l="l"/>
              <a:pathLst>
                <a:path h="151938" w="148831">
                  <a:moveTo>
                    <a:pt x="148831" y="53340"/>
                  </a:moveTo>
                  <a:cubicBezTo>
                    <a:pt x="128511" y="133350"/>
                    <a:pt x="118351" y="139700"/>
                    <a:pt x="106921" y="144780"/>
                  </a:cubicBezTo>
                  <a:cubicBezTo>
                    <a:pt x="96761" y="149860"/>
                    <a:pt x="84061" y="153670"/>
                    <a:pt x="71361" y="151130"/>
                  </a:cubicBezTo>
                  <a:cubicBezTo>
                    <a:pt x="53581" y="148590"/>
                    <a:pt x="21831" y="129540"/>
                    <a:pt x="10401" y="115570"/>
                  </a:cubicBezTo>
                  <a:cubicBezTo>
                    <a:pt x="2781" y="104140"/>
                    <a:pt x="-1029" y="92710"/>
                    <a:pt x="241" y="80010"/>
                  </a:cubicBezTo>
                  <a:cubicBezTo>
                    <a:pt x="1511" y="62230"/>
                    <a:pt x="15481" y="29210"/>
                    <a:pt x="29451" y="15240"/>
                  </a:cubicBezTo>
                  <a:cubicBezTo>
                    <a:pt x="38341" y="6350"/>
                    <a:pt x="48501" y="1270"/>
                    <a:pt x="62471" y="0"/>
                  </a:cubicBezTo>
                  <a:cubicBezTo>
                    <a:pt x="80251" y="0"/>
                    <a:pt x="129781" y="21590"/>
                    <a:pt x="129781" y="2159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56857" y="832009"/>
            <a:ext cx="11417863" cy="18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3"/>
              </a:lnSpc>
            </a:pPr>
            <a:r>
              <a:rPr lang="en-US" sz="11412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RECUPERO NUTRIENTI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6921797">
            <a:off x="11798693" y="-1094442"/>
            <a:ext cx="10349131" cy="10349131"/>
          </a:xfrm>
          <a:custGeom>
            <a:avLst/>
            <a:gdLst/>
            <a:ahLst/>
            <a:cxnLst/>
            <a:rect r="r" b="b" t="t" l="l"/>
            <a:pathLst>
              <a:path h="10349131" w="10349131">
                <a:moveTo>
                  <a:pt x="0" y="0"/>
                </a:moveTo>
                <a:lnTo>
                  <a:pt x="10349130" y="0"/>
                </a:lnTo>
                <a:lnTo>
                  <a:pt x="10349130" y="10349130"/>
                </a:lnTo>
                <a:lnTo>
                  <a:pt x="0" y="10349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3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921797">
            <a:off x="-1916713" y="1328080"/>
            <a:ext cx="9338239" cy="9338239"/>
          </a:xfrm>
          <a:custGeom>
            <a:avLst/>
            <a:gdLst/>
            <a:ahLst/>
            <a:cxnLst/>
            <a:rect r="r" b="b" t="t" l="l"/>
            <a:pathLst>
              <a:path h="9338239" w="9338239">
                <a:moveTo>
                  <a:pt x="0" y="0"/>
                </a:moveTo>
                <a:lnTo>
                  <a:pt x="9338239" y="0"/>
                </a:lnTo>
                <a:lnTo>
                  <a:pt x="9338239" y="9338239"/>
                </a:lnTo>
                <a:lnTo>
                  <a:pt x="0" y="9338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43177" y="4276932"/>
            <a:ext cx="5242703" cy="5471511"/>
          </a:xfrm>
          <a:custGeom>
            <a:avLst/>
            <a:gdLst/>
            <a:ahLst/>
            <a:cxnLst/>
            <a:rect r="r" b="b" t="t" l="l"/>
            <a:pathLst>
              <a:path h="5471511" w="5242703">
                <a:moveTo>
                  <a:pt x="0" y="0"/>
                </a:moveTo>
                <a:lnTo>
                  <a:pt x="5242702" y="0"/>
                </a:lnTo>
                <a:lnTo>
                  <a:pt x="5242702" y="5471511"/>
                </a:lnTo>
                <a:lnTo>
                  <a:pt x="0" y="547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71162" y="1720702"/>
            <a:ext cx="9545676" cy="8315959"/>
          </a:xfrm>
          <a:custGeom>
            <a:avLst/>
            <a:gdLst/>
            <a:ahLst/>
            <a:cxnLst/>
            <a:rect r="r" b="b" t="t" l="l"/>
            <a:pathLst>
              <a:path h="8315959" w="9545676">
                <a:moveTo>
                  <a:pt x="0" y="0"/>
                </a:moveTo>
                <a:lnTo>
                  <a:pt x="9545676" y="0"/>
                </a:lnTo>
                <a:lnTo>
                  <a:pt x="9545676" y="8315959"/>
                </a:lnTo>
                <a:lnTo>
                  <a:pt x="0" y="8315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54726" y="7748832"/>
            <a:ext cx="1689072" cy="2303760"/>
          </a:xfrm>
          <a:custGeom>
            <a:avLst/>
            <a:gdLst/>
            <a:ahLst/>
            <a:cxnLst/>
            <a:rect r="r" b="b" t="t" l="l"/>
            <a:pathLst>
              <a:path h="2303760" w="1689072">
                <a:moveTo>
                  <a:pt x="0" y="0"/>
                </a:moveTo>
                <a:lnTo>
                  <a:pt x="1689072" y="0"/>
                </a:lnTo>
                <a:lnTo>
                  <a:pt x="1689072" y="2303761"/>
                </a:lnTo>
                <a:lnTo>
                  <a:pt x="0" y="2303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247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472419">
            <a:off x="505427" y="2520967"/>
            <a:ext cx="1221616" cy="1549664"/>
          </a:xfrm>
          <a:custGeom>
            <a:avLst/>
            <a:gdLst/>
            <a:ahLst/>
            <a:cxnLst/>
            <a:rect r="r" b="b" t="t" l="l"/>
            <a:pathLst>
              <a:path h="1549664" w="1221616">
                <a:moveTo>
                  <a:pt x="0" y="0"/>
                </a:moveTo>
                <a:lnTo>
                  <a:pt x="1221616" y="0"/>
                </a:lnTo>
                <a:lnTo>
                  <a:pt x="1221616" y="1549664"/>
                </a:lnTo>
                <a:lnTo>
                  <a:pt x="0" y="1549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654" r="-1207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842582">
            <a:off x="324936" y="-1892378"/>
            <a:ext cx="4611672" cy="4611672"/>
          </a:xfrm>
          <a:custGeom>
            <a:avLst/>
            <a:gdLst/>
            <a:ahLst/>
            <a:cxnLst/>
            <a:rect r="r" b="b" t="t" l="l"/>
            <a:pathLst>
              <a:path h="4611672" w="4611672">
                <a:moveTo>
                  <a:pt x="0" y="0"/>
                </a:moveTo>
                <a:lnTo>
                  <a:pt x="4611672" y="0"/>
                </a:lnTo>
                <a:lnTo>
                  <a:pt x="4611672" y="4611672"/>
                </a:lnTo>
                <a:lnTo>
                  <a:pt x="0" y="46116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568934">
            <a:off x="14054846" y="-351785"/>
            <a:ext cx="6306029" cy="6306029"/>
          </a:xfrm>
          <a:custGeom>
            <a:avLst/>
            <a:gdLst/>
            <a:ahLst/>
            <a:cxnLst/>
            <a:rect r="r" b="b" t="t" l="l"/>
            <a:pathLst>
              <a:path h="6306029" w="6306029">
                <a:moveTo>
                  <a:pt x="0" y="0"/>
                </a:moveTo>
                <a:lnTo>
                  <a:pt x="6306029" y="0"/>
                </a:lnTo>
                <a:lnTo>
                  <a:pt x="6306029" y="6306029"/>
                </a:lnTo>
                <a:lnTo>
                  <a:pt x="0" y="6306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46947" y="886085"/>
            <a:ext cx="4643756" cy="4441119"/>
          </a:xfrm>
          <a:custGeom>
            <a:avLst/>
            <a:gdLst/>
            <a:ahLst/>
            <a:cxnLst/>
            <a:rect r="r" b="b" t="t" l="l"/>
            <a:pathLst>
              <a:path h="4441119" w="4643756">
                <a:moveTo>
                  <a:pt x="0" y="0"/>
                </a:moveTo>
                <a:lnTo>
                  <a:pt x="4643756" y="0"/>
                </a:lnTo>
                <a:lnTo>
                  <a:pt x="4643756" y="4441119"/>
                </a:lnTo>
                <a:lnTo>
                  <a:pt x="0" y="4441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06794" y="5762418"/>
            <a:ext cx="1602134" cy="1845067"/>
          </a:xfrm>
          <a:custGeom>
            <a:avLst/>
            <a:gdLst/>
            <a:ahLst/>
            <a:cxnLst/>
            <a:rect r="r" b="b" t="t" l="l"/>
            <a:pathLst>
              <a:path h="1845067" w="1602134">
                <a:moveTo>
                  <a:pt x="0" y="0"/>
                </a:moveTo>
                <a:lnTo>
                  <a:pt x="1602133" y="0"/>
                </a:lnTo>
                <a:lnTo>
                  <a:pt x="1602133" y="1845067"/>
                </a:lnTo>
                <a:lnTo>
                  <a:pt x="0" y="18450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29691" t="-380022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89542" y="7027852"/>
            <a:ext cx="801067" cy="922533"/>
          </a:xfrm>
          <a:custGeom>
            <a:avLst/>
            <a:gdLst/>
            <a:ahLst/>
            <a:cxnLst/>
            <a:rect r="r" b="b" t="t" l="l"/>
            <a:pathLst>
              <a:path h="922533" w="801067">
                <a:moveTo>
                  <a:pt x="0" y="0"/>
                </a:moveTo>
                <a:lnTo>
                  <a:pt x="801066" y="0"/>
                </a:lnTo>
                <a:lnTo>
                  <a:pt x="801066" y="922533"/>
                </a:lnTo>
                <a:lnTo>
                  <a:pt x="0" y="92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29691" t="-380022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11582" y="7489118"/>
            <a:ext cx="2394690" cy="2547543"/>
          </a:xfrm>
          <a:custGeom>
            <a:avLst/>
            <a:gdLst/>
            <a:ahLst/>
            <a:cxnLst/>
            <a:rect r="r" b="b" t="t" l="l"/>
            <a:pathLst>
              <a:path h="2547543" w="2394690">
                <a:moveTo>
                  <a:pt x="0" y="0"/>
                </a:moveTo>
                <a:lnTo>
                  <a:pt x="2394690" y="0"/>
                </a:lnTo>
                <a:lnTo>
                  <a:pt x="2394690" y="2547543"/>
                </a:lnTo>
                <a:lnTo>
                  <a:pt x="0" y="2547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6921797">
            <a:off x="13339808" y="-851568"/>
            <a:ext cx="9338239" cy="9338239"/>
          </a:xfrm>
          <a:custGeom>
            <a:avLst/>
            <a:gdLst/>
            <a:ahLst/>
            <a:cxnLst/>
            <a:rect r="r" b="b" t="t" l="l"/>
            <a:pathLst>
              <a:path h="9338239" w="9338239">
                <a:moveTo>
                  <a:pt x="0" y="0"/>
                </a:moveTo>
                <a:lnTo>
                  <a:pt x="9338239" y="0"/>
                </a:lnTo>
                <a:lnTo>
                  <a:pt x="9338239" y="9338239"/>
                </a:lnTo>
                <a:lnTo>
                  <a:pt x="0" y="9338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917234" y="463391"/>
            <a:ext cx="11226563" cy="1130618"/>
            <a:chOff x="0" y="0"/>
            <a:chExt cx="14968751" cy="1507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5837" y="35326"/>
              <a:ext cx="14874202" cy="1435568"/>
            </a:xfrm>
            <a:custGeom>
              <a:avLst/>
              <a:gdLst/>
              <a:ahLst/>
              <a:cxnLst/>
              <a:rect r="r" b="b" t="t" l="l"/>
              <a:pathLst>
                <a:path h="1435568" w="14874202">
                  <a:moveTo>
                    <a:pt x="602070" y="100564"/>
                  </a:moveTo>
                  <a:cubicBezTo>
                    <a:pt x="3250683" y="155174"/>
                    <a:pt x="3412969" y="152634"/>
                    <a:pt x="3761079" y="150094"/>
                  </a:cubicBezTo>
                  <a:cubicBezTo>
                    <a:pt x="4287581" y="147554"/>
                    <a:pt x="5131223" y="139934"/>
                    <a:pt x="5745681" y="128504"/>
                  </a:cubicBezTo>
                  <a:cubicBezTo>
                    <a:pt x="6275899" y="119614"/>
                    <a:pt x="6553397" y="104374"/>
                    <a:pt x="7229796" y="92944"/>
                  </a:cubicBezTo>
                  <a:cubicBezTo>
                    <a:pt x="8695329" y="66274"/>
                    <a:pt x="13490830" y="-39136"/>
                    <a:pt x="14188290" y="15474"/>
                  </a:cubicBezTo>
                  <a:cubicBezTo>
                    <a:pt x="14313411" y="25634"/>
                    <a:pt x="14338187" y="28174"/>
                    <a:pt x="14407563" y="52304"/>
                  </a:cubicBezTo>
                  <a:cubicBezTo>
                    <a:pt x="14476937" y="76434"/>
                    <a:pt x="14545072" y="113264"/>
                    <a:pt x="14603297" y="158984"/>
                  </a:cubicBezTo>
                  <a:cubicBezTo>
                    <a:pt x="14661523" y="203434"/>
                    <a:pt x="14714791" y="261854"/>
                    <a:pt x="14755673" y="324084"/>
                  </a:cubicBezTo>
                  <a:cubicBezTo>
                    <a:pt x="14796553" y="385044"/>
                    <a:pt x="14828764" y="457434"/>
                    <a:pt x="14848586" y="529824"/>
                  </a:cubicBezTo>
                  <a:cubicBezTo>
                    <a:pt x="14868406" y="602214"/>
                    <a:pt x="14877077" y="680954"/>
                    <a:pt x="14873362" y="755884"/>
                  </a:cubicBezTo>
                  <a:cubicBezTo>
                    <a:pt x="14868406" y="830814"/>
                    <a:pt x="14852300" y="908284"/>
                    <a:pt x="14825048" y="978134"/>
                  </a:cubicBezTo>
                  <a:cubicBezTo>
                    <a:pt x="14797793" y="1046714"/>
                    <a:pt x="14758151" y="1115294"/>
                    <a:pt x="14711076" y="1172444"/>
                  </a:cubicBezTo>
                  <a:cubicBezTo>
                    <a:pt x="14664000" y="1229594"/>
                    <a:pt x="14604535" y="1281664"/>
                    <a:pt x="14541355" y="1319764"/>
                  </a:cubicBezTo>
                  <a:cubicBezTo>
                    <a:pt x="14479414" y="1357864"/>
                    <a:pt x="14407563" y="1387074"/>
                    <a:pt x="14335710" y="1403584"/>
                  </a:cubicBezTo>
                  <a:cubicBezTo>
                    <a:pt x="14265097" y="1420094"/>
                    <a:pt x="14187051" y="1423904"/>
                    <a:pt x="14113961" y="1416284"/>
                  </a:cubicBezTo>
                  <a:cubicBezTo>
                    <a:pt x="14042109" y="1407394"/>
                    <a:pt x="13966539" y="1387074"/>
                    <a:pt x="13900882" y="1355324"/>
                  </a:cubicBezTo>
                  <a:cubicBezTo>
                    <a:pt x="13835224" y="1323574"/>
                    <a:pt x="13770805" y="1279124"/>
                    <a:pt x="13717535" y="1227054"/>
                  </a:cubicBezTo>
                  <a:cubicBezTo>
                    <a:pt x="13664267" y="1176254"/>
                    <a:pt x="13617191" y="1112754"/>
                    <a:pt x="13583743" y="1046714"/>
                  </a:cubicBezTo>
                  <a:cubicBezTo>
                    <a:pt x="13549056" y="980674"/>
                    <a:pt x="13524279" y="904474"/>
                    <a:pt x="13511890" y="830814"/>
                  </a:cubicBezTo>
                  <a:cubicBezTo>
                    <a:pt x="13500741" y="757154"/>
                    <a:pt x="13500741" y="677144"/>
                    <a:pt x="13511890" y="603484"/>
                  </a:cubicBezTo>
                  <a:cubicBezTo>
                    <a:pt x="13524279" y="529824"/>
                    <a:pt x="13549056" y="454894"/>
                    <a:pt x="13583743" y="388854"/>
                  </a:cubicBezTo>
                  <a:cubicBezTo>
                    <a:pt x="13617191" y="322814"/>
                    <a:pt x="13664267" y="259314"/>
                    <a:pt x="13717535" y="207244"/>
                  </a:cubicBezTo>
                  <a:cubicBezTo>
                    <a:pt x="13770805" y="156444"/>
                    <a:pt x="13835224" y="111994"/>
                    <a:pt x="13900882" y="80244"/>
                  </a:cubicBezTo>
                  <a:cubicBezTo>
                    <a:pt x="13967779" y="48494"/>
                    <a:pt x="14042109" y="26904"/>
                    <a:pt x="14115198" y="19284"/>
                  </a:cubicBezTo>
                  <a:cubicBezTo>
                    <a:pt x="14187051" y="11664"/>
                    <a:pt x="14265097" y="15474"/>
                    <a:pt x="14335710" y="31984"/>
                  </a:cubicBezTo>
                  <a:cubicBezTo>
                    <a:pt x="14407563" y="48494"/>
                    <a:pt x="14479414" y="77704"/>
                    <a:pt x="14542593" y="115804"/>
                  </a:cubicBezTo>
                  <a:cubicBezTo>
                    <a:pt x="14604535" y="153904"/>
                    <a:pt x="14664000" y="205974"/>
                    <a:pt x="14711076" y="263124"/>
                  </a:cubicBezTo>
                  <a:cubicBezTo>
                    <a:pt x="14758151" y="320274"/>
                    <a:pt x="14797793" y="388854"/>
                    <a:pt x="14825048" y="457434"/>
                  </a:cubicBezTo>
                  <a:cubicBezTo>
                    <a:pt x="14852300" y="527284"/>
                    <a:pt x="14868406" y="604754"/>
                    <a:pt x="14873362" y="679684"/>
                  </a:cubicBezTo>
                  <a:cubicBezTo>
                    <a:pt x="14877077" y="754614"/>
                    <a:pt x="14868406" y="833354"/>
                    <a:pt x="14848586" y="905744"/>
                  </a:cubicBezTo>
                  <a:cubicBezTo>
                    <a:pt x="14828764" y="978134"/>
                    <a:pt x="14796553" y="1050524"/>
                    <a:pt x="14755673" y="1111484"/>
                  </a:cubicBezTo>
                  <a:cubicBezTo>
                    <a:pt x="14714791" y="1173714"/>
                    <a:pt x="14661523" y="1232134"/>
                    <a:pt x="14603297" y="1276584"/>
                  </a:cubicBezTo>
                  <a:cubicBezTo>
                    <a:pt x="14545072" y="1322304"/>
                    <a:pt x="14475698" y="1359134"/>
                    <a:pt x="14407563" y="1383264"/>
                  </a:cubicBezTo>
                  <a:cubicBezTo>
                    <a:pt x="14338187" y="1407394"/>
                    <a:pt x="14313411" y="1409934"/>
                    <a:pt x="14188290" y="1420094"/>
                  </a:cubicBezTo>
                  <a:cubicBezTo>
                    <a:pt x="13490831" y="1474704"/>
                    <a:pt x="8695329" y="1369294"/>
                    <a:pt x="7229796" y="1342624"/>
                  </a:cubicBezTo>
                  <a:cubicBezTo>
                    <a:pt x="6553397" y="1331194"/>
                    <a:pt x="6275899" y="1315954"/>
                    <a:pt x="5745681" y="1307064"/>
                  </a:cubicBezTo>
                  <a:cubicBezTo>
                    <a:pt x="5131223" y="1295634"/>
                    <a:pt x="4287581" y="1288014"/>
                    <a:pt x="3761079" y="1285474"/>
                  </a:cubicBezTo>
                  <a:cubicBezTo>
                    <a:pt x="3412969" y="1282934"/>
                    <a:pt x="3250683" y="1280394"/>
                    <a:pt x="2892662" y="1284204"/>
                  </a:cubicBezTo>
                  <a:cubicBezTo>
                    <a:pt x="2310413" y="1290554"/>
                    <a:pt x="906821" y="1350244"/>
                    <a:pt x="602070" y="1335004"/>
                  </a:cubicBezTo>
                  <a:cubicBezTo>
                    <a:pt x="524024" y="1329924"/>
                    <a:pt x="504202" y="1328654"/>
                    <a:pt x="457127" y="1315954"/>
                  </a:cubicBezTo>
                  <a:cubicBezTo>
                    <a:pt x="411290" y="1304524"/>
                    <a:pt x="364215" y="1286744"/>
                    <a:pt x="322095" y="1263884"/>
                  </a:cubicBezTo>
                  <a:cubicBezTo>
                    <a:pt x="279975" y="1241024"/>
                    <a:pt x="239093" y="1211814"/>
                    <a:pt x="203167" y="1178794"/>
                  </a:cubicBezTo>
                  <a:cubicBezTo>
                    <a:pt x="167241" y="1147044"/>
                    <a:pt x="133793" y="1108944"/>
                    <a:pt x="106539" y="1068304"/>
                  </a:cubicBezTo>
                  <a:cubicBezTo>
                    <a:pt x="79285" y="1027664"/>
                    <a:pt x="55747" y="981944"/>
                    <a:pt x="38403" y="936224"/>
                  </a:cubicBezTo>
                  <a:cubicBezTo>
                    <a:pt x="22299" y="890504"/>
                    <a:pt x="9910" y="840974"/>
                    <a:pt x="3716" y="791444"/>
                  </a:cubicBezTo>
                  <a:cubicBezTo>
                    <a:pt x="-1239" y="743184"/>
                    <a:pt x="-1239" y="692384"/>
                    <a:pt x="3716" y="642854"/>
                  </a:cubicBezTo>
                  <a:cubicBezTo>
                    <a:pt x="9910" y="594594"/>
                    <a:pt x="22299" y="545064"/>
                    <a:pt x="39642" y="499344"/>
                  </a:cubicBezTo>
                  <a:cubicBezTo>
                    <a:pt x="55747" y="453624"/>
                    <a:pt x="79285" y="407904"/>
                    <a:pt x="106539" y="367264"/>
                  </a:cubicBezTo>
                  <a:cubicBezTo>
                    <a:pt x="133793" y="326624"/>
                    <a:pt x="167241" y="288524"/>
                    <a:pt x="203167" y="255504"/>
                  </a:cubicBezTo>
                  <a:cubicBezTo>
                    <a:pt x="239093" y="223754"/>
                    <a:pt x="279975" y="194544"/>
                    <a:pt x="322095" y="171684"/>
                  </a:cubicBezTo>
                  <a:cubicBezTo>
                    <a:pt x="364215" y="148824"/>
                    <a:pt x="411290" y="131044"/>
                    <a:pt x="457127" y="119614"/>
                  </a:cubicBezTo>
                  <a:cubicBezTo>
                    <a:pt x="504202" y="106914"/>
                    <a:pt x="602070" y="100564"/>
                    <a:pt x="602070" y="100564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199525" y="2746803"/>
            <a:ext cx="534352" cy="658178"/>
            <a:chOff x="0" y="0"/>
            <a:chExt cx="712470" cy="8775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728" y="50800"/>
              <a:ext cx="613379" cy="778570"/>
            </a:xfrm>
            <a:custGeom>
              <a:avLst/>
              <a:gdLst/>
              <a:ahLst/>
              <a:cxnLst/>
              <a:rect r="r" b="b" t="t" l="l"/>
              <a:pathLst>
                <a:path h="778570" w="613379">
                  <a:moveTo>
                    <a:pt x="389422" y="721360"/>
                  </a:moveTo>
                  <a:cubicBezTo>
                    <a:pt x="162092" y="368300"/>
                    <a:pt x="32552" y="236220"/>
                    <a:pt x="8422" y="165100"/>
                  </a:cubicBezTo>
                  <a:cubicBezTo>
                    <a:pt x="-3008" y="133350"/>
                    <a:pt x="-1738" y="111760"/>
                    <a:pt x="5882" y="87630"/>
                  </a:cubicBezTo>
                  <a:cubicBezTo>
                    <a:pt x="12232" y="64770"/>
                    <a:pt x="30012" y="38100"/>
                    <a:pt x="50332" y="24130"/>
                  </a:cubicBezTo>
                  <a:cubicBezTo>
                    <a:pt x="69382" y="10160"/>
                    <a:pt x="103672" y="1270"/>
                    <a:pt x="123992" y="0"/>
                  </a:cubicBezTo>
                  <a:cubicBezTo>
                    <a:pt x="139232" y="0"/>
                    <a:pt x="149392" y="1270"/>
                    <a:pt x="162092" y="7620"/>
                  </a:cubicBezTo>
                  <a:cubicBezTo>
                    <a:pt x="181142" y="16510"/>
                    <a:pt x="210352" y="34290"/>
                    <a:pt x="224322" y="55880"/>
                  </a:cubicBezTo>
                  <a:cubicBezTo>
                    <a:pt x="237022" y="76200"/>
                    <a:pt x="244642" y="106680"/>
                    <a:pt x="243372" y="130810"/>
                  </a:cubicBezTo>
                  <a:cubicBezTo>
                    <a:pt x="242102" y="154940"/>
                    <a:pt x="225592" y="185420"/>
                    <a:pt x="214162" y="201930"/>
                  </a:cubicBezTo>
                  <a:cubicBezTo>
                    <a:pt x="205272" y="214630"/>
                    <a:pt x="196382" y="220980"/>
                    <a:pt x="183682" y="227330"/>
                  </a:cubicBezTo>
                  <a:cubicBezTo>
                    <a:pt x="164632" y="236220"/>
                    <a:pt x="131612" y="246380"/>
                    <a:pt x="107482" y="242570"/>
                  </a:cubicBezTo>
                  <a:cubicBezTo>
                    <a:pt x="82082" y="240030"/>
                    <a:pt x="54142" y="226060"/>
                    <a:pt x="36362" y="209550"/>
                  </a:cubicBezTo>
                  <a:cubicBezTo>
                    <a:pt x="19852" y="191770"/>
                    <a:pt x="5882" y="163830"/>
                    <a:pt x="2072" y="139700"/>
                  </a:cubicBezTo>
                  <a:cubicBezTo>
                    <a:pt x="-1738" y="115570"/>
                    <a:pt x="3342" y="85090"/>
                    <a:pt x="16042" y="63500"/>
                  </a:cubicBezTo>
                  <a:cubicBezTo>
                    <a:pt x="27472" y="41910"/>
                    <a:pt x="54142" y="20320"/>
                    <a:pt x="73192" y="11430"/>
                  </a:cubicBezTo>
                  <a:cubicBezTo>
                    <a:pt x="85892" y="3810"/>
                    <a:pt x="96052" y="1270"/>
                    <a:pt x="111292" y="1270"/>
                  </a:cubicBezTo>
                  <a:cubicBezTo>
                    <a:pt x="131612" y="1270"/>
                    <a:pt x="163362" y="5080"/>
                    <a:pt x="186222" y="19050"/>
                  </a:cubicBezTo>
                  <a:cubicBezTo>
                    <a:pt x="215432" y="35560"/>
                    <a:pt x="231942" y="64770"/>
                    <a:pt x="266232" y="107950"/>
                  </a:cubicBezTo>
                  <a:cubicBezTo>
                    <a:pt x="341162" y="203200"/>
                    <a:pt x="553252" y="494030"/>
                    <a:pt x="593892" y="591820"/>
                  </a:cubicBezTo>
                  <a:cubicBezTo>
                    <a:pt x="610402" y="628650"/>
                    <a:pt x="616752" y="648970"/>
                    <a:pt x="611672" y="675640"/>
                  </a:cubicBezTo>
                  <a:cubicBezTo>
                    <a:pt x="607862" y="702310"/>
                    <a:pt x="587542" y="734060"/>
                    <a:pt x="569762" y="750570"/>
                  </a:cubicBezTo>
                  <a:cubicBezTo>
                    <a:pt x="554522" y="764540"/>
                    <a:pt x="535472" y="772160"/>
                    <a:pt x="516422" y="775970"/>
                  </a:cubicBezTo>
                  <a:cubicBezTo>
                    <a:pt x="498642" y="779780"/>
                    <a:pt x="478322" y="779780"/>
                    <a:pt x="459272" y="773430"/>
                  </a:cubicBezTo>
                  <a:cubicBezTo>
                    <a:pt x="435142" y="764540"/>
                    <a:pt x="389422" y="721360"/>
                    <a:pt x="389422" y="72136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057998" y="3295799"/>
            <a:ext cx="430530" cy="305753"/>
            <a:chOff x="0" y="0"/>
            <a:chExt cx="574040" cy="407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132" y="50673"/>
              <a:ext cx="473033" cy="305993"/>
            </a:xfrm>
            <a:custGeom>
              <a:avLst/>
              <a:gdLst/>
              <a:ahLst/>
              <a:cxnLst/>
              <a:rect r="r" b="b" t="t" l="l"/>
              <a:pathLst>
                <a:path h="305993" w="473033">
                  <a:moveTo>
                    <a:pt x="312818" y="301117"/>
                  </a:moveTo>
                  <a:cubicBezTo>
                    <a:pt x="48658" y="223647"/>
                    <a:pt x="43578" y="218567"/>
                    <a:pt x="33418" y="207137"/>
                  </a:cubicBezTo>
                  <a:cubicBezTo>
                    <a:pt x="20718" y="190627"/>
                    <a:pt x="5478" y="156337"/>
                    <a:pt x="1668" y="134747"/>
                  </a:cubicBezTo>
                  <a:cubicBezTo>
                    <a:pt x="-872" y="120777"/>
                    <a:pt x="-872" y="109347"/>
                    <a:pt x="4208" y="95377"/>
                  </a:cubicBezTo>
                  <a:cubicBezTo>
                    <a:pt x="10558" y="75057"/>
                    <a:pt x="27068" y="43307"/>
                    <a:pt x="46118" y="28067"/>
                  </a:cubicBezTo>
                  <a:cubicBezTo>
                    <a:pt x="65168" y="11557"/>
                    <a:pt x="94378" y="127"/>
                    <a:pt x="119778" y="127"/>
                  </a:cubicBezTo>
                  <a:cubicBezTo>
                    <a:pt x="145178" y="-1143"/>
                    <a:pt x="175658" y="7747"/>
                    <a:pt x="195978" y="21717"/>
                  </a:cubicBezTo>
                  <a:cubicBezTo>
                    <a:pt x="216298" y="35687"/>
                    <a:pt x="235348" y="61087"/>
                    <a:pt x="242968" y="85217"/>
                  </a:cubicBezTo>
                  <a:cubicBezTo>
                    <a:pt x="250588" y="109347"/>
                    <a:pt x="246778" y="143637"/>
                    <a:pt x="241698" y="163957"/>
                  </a:cubicBezTo>
                  <a:cubicBezTo>
                    <a:pt x="237888" y="179197"/>
                    <a:pt x="232808" y="188087"/>
                    <a:pt x="222648" y="199517"/>
                  </a:cubicBezTo>
                  <a:cubicBezTo>
                    <a:pt x="207408" y="214757"/>
                    <a:pt x="180738" y="236347"/>
                    <a:pt x="156608" y="242697"/>
                  </a:cubicBezTo>
                  <a:cubicBezTo>
                    <a:pt x="132478" y="249047"/>
                    <a:pt x="100728" y="247777"/>
                    <a:pt x="77868" y="237617"/>
                  </a:cubicBezTo>
                  <a:cubicBezTo>
                    <a:pt x="53738" y="228727"/>
                    <a:pt x="29608" y="203327"/>
                    <a:pt x="18178" y="185547"/>
                  </a:cubicBezTo>
                  <a:cubicBezTo>
                    <a:pt x="9288" y="172847"/>
                    <a:pt x="5478" y="162687"/>
                    <a:pt x="4208" y="148717"/>
                  </a:cubicBezTo>
                  <a:cubicBezTo>
                    <a:pt x="398" y="127127"/>
                    <a:pt x="5478" y="90297"/>
                    <a:pt x="13098" y="69977"/>
                  </a:cubicBezTo>
                  <a:cubicBezTo>
                    <a:pt x="18178" y="56007"/>
                    <a:pt x="24528" y="47117"/>
                    <a:pt x="35958" y="36957"/>
                  </a:cubicBezTo>
                  <a:cubicBezTo>
                    <a:pt x="52468" y="22987"/>
                    <a:pt x="76598" y="5207"/>
                    <a:pt x="105808" y="1397"/>
                  </a:cubicBezTo>
                  <a:cubicBezTo>
                    <a:pt x="151528" y="-6223"/>
                    <a:pt x="228998" y="19177"/>
                    <a:pt x="283608" y="33147"/>
                  </a:cubicBezTo>
                  <a:cubicBezTo>
                    <a:pt x="330598" y="47117"/>
                    <a:pt x="386478" y="62357"/>
                    <a:pt x="415688" y="81407"/>
                  </a:cubicBezTo>
                  <a:cubicBezTo>
                    <a:pt x="436008" y="94107"/>
                    <a:pt x="447438" y="108077"/>
                    <a:pt x="456328" y="123317"/>
                  </a:cubicBezTo>
                  <a:cubicBezTo>
                    <a:pt x="466488" y="139827"/>
                    <a:pt x="471568" y="161417"/>
                    <a:pt x="472838" y="180467"/>
                  </a:cubicBezTo>
                  <a:cubicBezTo>
                    <a:pt x="474108" y="199517"/>
                    <a:pt x="469028" y="219837"/>
                    <a:pt x="461408" y="237617"/>
                  </a:cubicBezTo>
                  <a:cubicBezTo>
                    <a:pt x="453788" y="254127"/>
                    <a:pt x="439818" y="270637"/>
                    <a:pt x="424578" y="282067"/>
                  </a:cubicBezTo>
                  <a:cubicBezTo>
                    <a:pt x="409338" y="293497"/>
                    <a:pt x="389018" y="302387"/>
                    <a:pt x="369968" y="304927"/>
                  </a:cubicBezTo>
                  <a:cubicBezTo>
                    <a:pt x="352188" y="308737"/>
                    <a:pt x="312818" y="301117"/>
                    <a:pt x="312818" y="301117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733878" y="2980166"/>
            <a:ext cx="366712" cy="424815"/>
            <a:chOff x="0" y="0"/>
            <a:chExt cx="488950" cy="5664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9688" y="48853"/>
              <a:ext cx="388462" cy="471252"/>
            </a:xfrm>
            <a:custGeom>
              <a:avLst/>
              <a:gdLst/>
              <a:ahLst/>
              <a:cxnLst/>
              <a:rect r="r" b="b" t="t" l="l"/>
              <a:pathLst>
                <a:path h="471252" w="388462">
                  <a:moveTo>
                    <a:pt x="10002" y="296587"/>
                  </a:moveTo>
                  <a:cubicBezTo>
                    <a:pt x="147162" y="57827"/>
                    <a:pt x="182722" y="23537"/>
                    <a:pt x="215742" y="9567"/>
                  </a:cubicBezTo>
                  <a:cubicBezTo>
                    <a:pt x="242412" y="-1863"/>
                    <a:pt x="274162" y="677"/>
                    <a:pt x="295752" y="4487"/>
                  </a:cubicBezTo>
                  <a:cubicBezTo>
                    <a:pt x="310992" y="7027"/>
                    <a:pt x="321152" y="13377"/>
                    <a:pt x="332582" y="20997"/>
                  </a:cubicBezTo>
                  <a:cubicBezTo>
                    <a:pt x="344012" y="28617"/>
                    <a:pt x="354172" y="36237"/>
                    <a:pt x="361792" y="48937"/>
                  </a:cubicBezTo>
                  <a:cubicBezTo>
                    <a:pt x="373222" y="66717"/>
                    <a:pt x="388462" y="98467"/>
                    <a:pt x="388462" y="123867"/>
                  </a:cubicBezTo>
                  <a:cubicBezTo>
                    <a:pt x="388462" y="149267"/>
                    <a:pt x="374492" y="182287"/>
                    <a:pt x="363062" y="200067"/>
                  </a:cubicBezTo>
                  <a:cubicBezTo>
                    <a:pt x="355442" y="212767"/>
                    <a:pt x="346552" y="220387"/>
                    <a:pt x="333852" y="228007"/>
                  </a:cubicBezTo>
                  <a:cubicBezTo>
                    <a:pt x="314802" y="238167"/>
                    <a:pt x="281782" y="250867"/>
                    <a:pt x="257652" y="249597"/>
                  </a:cubicBezTo>
                  <a:cubicBezTo>
                    <a:pt x="232252" y="248327"/>
                    <a:pt x="200502" y="233087"/>
                    <a:pt x="182722" y="220387"/>
                  </a:cubicBezTo>
                  <a:cubicBezTo>
                    <a:pt x="170022" y="211497"/>
                    <a:pt x="163672" y="203877"/>
                    <a:pt x="156052" y="189907"/>
                  </a:cubicBezTo>
                  <a:cubicBezTo>
                    <a:pt x="147162" y="170857"/>
                    <a:pt x="135732" y="137837"/>
                    <a:pt x="138272" y="112437"/>
                  </a:cubicBezTo>
                  <a:cubicBezTo>
                    <a:pt x="140812" y="87037"/>
                    <a:pt x="154782" y="57827"/>
                    <a:pt x="171292" y="40047"/>
                  </a:cubicBezTo>
                  <a:cubicBezTo>
                    <a:pt x="189072" y="20997"/>
                    <a:pt x="217012" y="5757"/>
                    <a:pt x="242412" y="1947"/>
                  </a:cubicBezTo>
                  <a:cubicBezTo>
                    <a:pt x="266542" y="-3133"/>
                    <a:pt x="298292" y="1947"/>
                    <a:pt x="321152" y="14647"/>
                  </a:cubicBezTo>
                  <a:cubicBezTo>
                    <a:pt x="342742" y="26077"/>
                    <a:pt x="365602" y="48937"/>
                    <a:pt x="375762" y="71797"/>
                  </a:cubicBezTo>
                  <a:cubicBezTo>
                    <a:pt x="387192" y="94657"/>
                    <a:pt x="388462" y="130217"/>
                    <a:pt x="385922" y="150537"/>
                  </a:cubicBezTo>
                  <a:cubicBezTo>
                    <a:pt x="383382" y="165777"/>
                    <a:pt x="379572" y="173397"/>
                    <a:pt x="370682" y="188637"/>
                  </a:cubicBezTo>
                  <a:cubicBezTo>
                    <a:pt x="354172" y="219117"/>
                    <a:pt x="303372" y="269917"/>
                    <a:pt x="276702" y="311827"/>
                  </a:cubicBezTo>
                  <a:cubicBezTo>
                    <a:pt x="251302" y="349927"/>
                    <a:pt x="234792" y="404537"/>
                    <a:pt x="211932" y="429937"/>
                  </a:cubicBezTo>
                  <a:cubicBezTo>
                    <a:pt x="196692" y="447717"/>
                    <a:pt x="183992" y="457877"/>
                    <a:pt x="164942" y="464227"/>
                  </a:cubicBezTo>
                  <a:cubicBezTo>
                    <a:pt x="140812" y="473117"/>
                    <a:pt x="101442" y="473117"/>
                    <a:pt x="78582" y="466767"/>
                  </a:cubicBezTo>
                  <a:cubicBezTo>
                    <a:pt x="58262" y="460417"/>
                    <a:pt x="41752" y="447717"/>
                    <a:pt x="29052" y="433747"/>
                  </a:cubicBezTo>
                  <a:cubicBezTo>
                    <a:pt x="16352" y="419777"/>
                    <a:pt x="4922" y="403267"/>
                    <a:pt x="1112" y="382947"/>
                  </a:cubicBezTo>
                  <a:cubicBezTo>
                    <a:pt x="-3968" y="358817"/>
                    <a:pt x="10002" y="296587"/>
                    <a:pt x="10002" y="296587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108430" y="3838575"/>
            <a:ext cx="608648" cy="540068"/>
            <a:chOff x="0" y="0"/>
            <a:chExt cx="811530" cy="7200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408" y="48395"/>
              <a:ext cx="710571" cy="622160"/>
            </a:xfrm>
            <a:custGeom>
              <a:avLst/>
              <a:gdLst/>
              <a:ahLst/>
              <a:cxnLst/>
              <a:rect r="r" b="b" t="t" l="l"/>
              <a:pathLst>
                <a:path h="622160" w="710571">
                  <a:moveTo>
                    <a:pt x="41032" y="410075"/>
                  </a:moveTo>
                  <a:cubicBezTo>
                    <a:pt x="382662" y="106545"/>
                    <a:pt x="416952" y="77335"/>
                    <a:pt x="453782" y="53205"/>
                  </a:cubicBezTo>
                  <a:cubicBezTo>
                    <a:pt x="484262" y="34155"/>
                    <a:pt x="512202" y="17645"/>
                    <a:pt x="540142" y="10025"/>
                  </a:cubicBezTo>
                  <a:cubicBezTo>
                    <a:pt x="566812" y="2405"/>
                    <a:pt x="594752" y="-1405"/>
                    <a:pt x="618882" y="4945"/>
                  </a:cubicBezTo>
                  <a:cubicBezTo>
                    <a:pt x="643012" y="11295"/>
                    <a:pt x="669682" y="29075"/>
                    <a:pt x="684922" y="49395"/>
                  </a:cubicBezTo>
                  <a:cubicBezTo>
                    <a:pt x="700162" y="68445"/>
                    <a:pt x="709052" y="102735"/>
                    <a:pt x="710322" y="123055"/>
                  </a:cubicBezTo>
                  <a:cubicBezTo>
                    <a:pt x="711592" y="138295"/>
                    <a:pt x="707782" y="149725"/>
                    <a:pt x="703972" y="162425"/>
                  </a:cubicBezTo>
                  <a:cubicBezTo>
                    <a:pt x="700162" y="175125"/>
                    <a:pt x="695082" y="186555"/>
                    <a:pt x="686192" y="197985"/>
                  </a:cubicBezTo>
                  <a:cubicBezTo>
                    <a:pt x="672222" y="214495"/>
                    <a:pt x="644282" y="236085"/>
                    <a:pt x="620152" y="242435"/>
                  </a:cubicBezTo>
                  <a:cubicBezTo>
                    <a:pt x="597292" y="250055"/>
                    <a:pt x="565542" y="247515"/>
                    <a:pt x="542682" y="238625"/>
                  </a:cubicBezTo>
                  <a:cubicBezTo>
                    <a:pt x="518552" y="229735"/>
                    <a:pt x="494422" y="209415"/>
                    <a:pt x="481722" y="187825"/>
                  </a:cubicBezTo>
                  <a:cubicBezTo>
                    <a:pt x="469022" y="167505"/>
                    <a:pt x="461402" y="135755"/>
                    <a:pt x="463942" y="111625"/>
                  </a:cubicBezTo>
                  <a:cubicBezTo>
                    <a:pt x="466482" y="86225"/>
                    <a:pt x="480452" y="58285"/>
                    <a:pt x="496962" y="40505"/>
                  </a:cubicBezTo>
                  <a:cubicBezTo>
                    <a:pt x="513472" y="21455"/>
                    <a:pt x="545222" y="7485"/>
                    <a:pt x="566812" y="2405"/>
                  </a:cubicBezTo>
                  <a:cubicBezTo>
                    <a:pt x="580782" y="-1405"/>
                    <a:pt x="593482" y="-135"/>
                    <a:pt x="606182" y="2405"/>
                  </a:cubicBezTo>
                  <a:cubicBezTo>
                    <a:pt x="618882" y="4945"/>
                    <a:pt x="631582" y="6215"/>
                    <a:pt x="644282" y="15105"/>
                  </a:cubicBezTo>
                  <a:cubicBezTo>
                    <a:pt x="662062" y="26535"/>
                    <a:pt x="687462" y="49395"/>
                    <a:pt x="698892" y="72255"/>
                  </a:cubicBezTo>
                  <a:cubicBezTo>
                    <a:pt x="709052" y="93845"/>
                    <a:pt x="712862" y="125595"/>
                    <a:pt x="707782" y="149725"/>
                  </a:cubicBezTo>
                  <a:cubicBezTo>
                    <a:pt x="702702" y="173855"/>
                    <a:pt x="688732" y="195445"/>
                    <a:pt x="667142" y="217035"/>
                  </a:cubicBezTo>
                  <a:cubicBezTo>
                    <a:pt x="636662" y="248785"/>
                    <a:pt x="583322" y="265295"/>
                    <a:pt x="528712" y="307205"/>
                  </a:cubicBezTo>
                  <a:cubicBezTo>
                    <a:pt x="441082" y="373245"/>
                    <a:pt x="265822" y="549775"/>
                    <a:pt x="202322" y="594225"/>
                  </a:cubicBezTo>
                  <a:cubicBezTo>
                    <a:pt x="178192" y="609465"/>
                    <a:pt x="170572" y="617085"/>
                    <a:pt x="150252" y="620895"/>
                  </a:cubicBezTo>
                  <a:cubicBezTo>
                    <a:pt x="126122" y="624705"/>
                    <a:pt x="86752" y="619625"/>
                    <a:pt x="63892" y="609465"/>
                  </a:cubicBezTo>
                  <a:cubicBezTo>
                    <a:pt x="46112" y="601845"/>
                    <a:pt x="30872" y="587875"/>
                    <a:pt x="20712" y="571365"/>
                  </a:cubicBezTo>
                  <a:cubicBezTo>
                    <a:pt x="8012" y="549775"/>
                    <a:pt x="-2148" y="512945"/>
                    <a:pt x="392" y="486275"/>
                  </a:cubicBezTo>
                  <a:cubicBezTo>
                    <a:pt x="4202" y="459605"/>
                    <a:pt x="41032" y="410075"/>
                    <a:pt x="41032" y="410075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846493" y="3792855"/>
            <a:ext cx="326708" cy="500062"/>
            <a:chOff x="0" y="0"/>
            <a:chExt cx="435610" cy="6667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464" y="50360"/>
              <a:ext cx="334483" cy="565944"/>
            </a:xfrm>
            <a:custGeom>
              <a:avLst/>
              <a:gdLst/>
              <a:ahLst/>
              <a:cxnLst/>
              <a:rect r="r" b="b" t="t" l="l"/>
              <a:pathLst>
                <a:path h="565944" w="334483">
                  <a:moveTo>
                    <a:pt x="336" y="427160"/>
                  </a:moveTo>
                  <a:cubicBezTo>
                    <a:pt x="68916" y="123630"/>
                    <a:pt x="91776" y="65210"/>
                    <a:pt x="120986" y="36000"/>
                  </a:cubicBezTo>
                  <a:cubicBezTo>
                    <a:pt x="142576" y="14410"/>
                    <a:pt x="167976" y="4250"/>
                    <a:pt x="193376" y="440"/>
                  </a:cubicBezTo>
                  <a:cubicBezTo>
                    <a:pt x="218776" y="-2100"/>
                    <a:pt x="251796" y="6790"/>
                    <a:pt x="272116" y="15680"/>
                  </a:cubicBezTo>
                  <a:cubicBezTo>
                    <a:pt x="286086" y="23300"/>
                    <a:pt x="293706" y="29650"/>
                    <a:pt x="303866" y="42350"/>
                  </a:cubicBezTo>
                  <a:cubicBezTo>
                    <a:pt x="316566" y="58860"/>
                    <a:pt x="333076" y="90610"/>
                    <a:pt x="334346" y="116010"/>
                  </a:cubicBezTo>
                  <a:cubicBezTo>
                    <a:pt x="335616" y="141410"/>
                    <a:pt x="327996" y="171890"/>
                    <a:pt x="314026" y="193480"/>
                  </a:cubicBezTo>
                  <a:cubicBezTo>
                    <a:pt x="300056" y="215070"/>
                    <a:pt x="270846" y="234120"/>
                    <a:pt x="251796" y="243010"/>
                  </a:cubicBezTo>
                  <a:cubicBezTo>
                    <a:pt x="237826" y="249360"/>
                    <a:pt x="226396" y="251900"/>
                    <a:pt x="211156" y="250630"/>
                  </a:cubicBezTo>
                  <a:cubicBezTo>
                    <a:pt x="189566" y="249360"/>
                    <a:pt x="155276" y="241740"/>
                    <a:pt x="134956" y="226500"/>
                  </a:cubicBezTo>
                  <a:cubicBezTo>
                    <a:pt x="114636" y="211260"/>
                    <a:pt x="96856" y="180780"/>
                    <a:pt x="89236" y="160460"/>
                  </a:cubicBezTo>
                  <a:cubicBezTo>
                    <a:pt x="82886" y="146490"/>
                    <a:pt x="81616" y="136330"/>
                    <a:pt x="84156" y="121090"/>
                  </a:cubicBezTo>
                  <a:cubicBezTo>
                    <a:pt x="86696" y="99500"/>
                    <a:pt x="99396" y="62670"/>
                    <a:pt x="112096" y="46160"/>
                  </a:cubicBezTo>
                  <a:cubicBezTo>
                    <a:pt x="120986" y="33460"/>
                    <a:pt x="131146" y="25840"/>
                    <a:pt x="142576" y="18220"/>
                  </a:cubicBezTo>
                  <a:cubicBezTo>
                    <a:pt x="154006" y="11870"/>
                    <a:pt x="165436" y="5520"/>
                    <a:pt x="179406" y="2980"/>
                  </a:cubicBezTo>
                  <a:cubicBezTo>
                    <a:pt x="200996" y="-830"/>
                    <a:pt x="236556" y="440"/>
                    <a:pt x="259416" y="10600"/>
                  </a:cubicBezTo>
                  <a:cubicBezTo>
                    <a:pt x="283546" y="20760"/>
                    <a:pt x="306406" y="42350"/>
                    <a:pt x="319106" y="63940"/>
                  </a:cubicBezTo>
                  <a:cubicBezTo>
                    <a:pt x="331806" y="86800"/>
                    <a:pt x="336886" y="117280"/>
                    <a:pt x="333076" y="142680"/>
                  </a:cubicBezTo>
                  <a:cubicBezTo>
                    <a:pt x="329266" y="169350"/>
                    <a:pt x="306406" y="190940"/>
                    <a:pt x="294976" y="220150"/>
                  </a:cubicBezTo>
                  <a:cubicBezTo>
                    <a:pt x="281006" y="255710"/>
                    <a:pt x="269576" y="301430"/>
                    <a:pt x="259416" y="345880"/>
                  </a:cubicBezTo>
                  <a:cubicBezTo>
                    <a:pt x="249256" y="391600"/>
                    <a:pt x="250526" y="456370"/>
                    <a:pt x="235286" y="490660"/>
                  </a:cubicBezTo>
                  <a:cubicBezTo>
                    <a:pt x="226396" y="512250"/>
                    <a:pt x="216236" y="526220"/>
                    <a:pt x="200996" y="538920"/>
                  </a:cubicBezTo>
                  <a:cubicBezTo>
                    <a:pt x="187026" y="550350"/>
                    <a:pt x="169246" y="561780"/>
                    <a:pt x="148926" y="564320"/>
                  </a:cubicBezTo>
                  <a:cubicBezTo>
                    <a:pt x="124796" y="568130"/>
                    <a:pt x="86696" y="565590"/>
                    <a:pt x="62566" y="552890"/>
                  </a:cubicBezTo>
                  <a:cubicBezTo>
                    <a:pt x="38436" y="538920"/>
                    <a:pt x="15576" y="508440"/>
                    <a:pt x="6686" y="485580"/>
                  </a:cubicBezTo>
                  <a:cubicBezTo>
                    <a:pt x="-2204" y="466530"/>
                    <a:pt x="336" y="427160"/>
                    <a:pt x="336" y="42716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261782" y="4362450"/>
            <a:ext cx="456247" cy="280988"/>
            <a:chOff x="0" y="0"/>
            <a:chExt cx="608330" cy="3746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9132" y="50696"/>
              <a:ext cx="508398" cy="275266"/>
            </a:xfrm>
            <a:custGeom>
              <a:avLst/>
              <a:gdLst/>
              <a:ahLst/>
              <a:cxnLst/>
              <a:rect r="r" b="b" t="t" l="l"/>
              <a:pathLst>
                <a:path h="275266" w="508398">
                  <a:moveTo>
                    <a:pt x="142638" y="104"/>
                  </a:moveTo>
                  <a:cubicBezTo>
                    <a:pt x="448708" y="42014"/>
                    <a:pt x="453788" y="45824"/>
                    <a:pt x="465218" y="55984"/>
                  </a:cubicBezTo>
                  <a:cubicBezTo>
                    <a:pt x="480458" y="71224"/>
                    <a:pt x="499508" y="100434"/>
                    <a:pt x="505858" y="124564"/>
                  </a:cubicBezTo>
                  <a:cubicBezTo>
                    <a:pt x="510938" y="148694"/>
                    <a:pt x="507128" y="180444"/>
                    <a:pt x="495698" y="203304"/>
                  </a:cubicBezTo>
                  <a:cubicBezTo>
                    <a:pt x="485538" y="226164"/>
                    <a:pt x="458868" y="249024"/>
                    <a:pt x="441088" y="260454"/>
                  </a:cubicBezTo>
                  <a:cubicBezTo>
                    <a:pt x="428388" y="268074"/>
                    <a:pt x="418228" y="271884"/>
                    <a:pt x="402988" y="273154"/>
                  </a:cubicBezTo>
                  <a:cubicBezTo>
                    <a:pt x="381398" y="274424"/>
                    <a:pt x="347108" y="271884"/>
                    <a:pt x="324248" y="259184"/>
                  </a:cubicBezTo>
                  <a:cubicBezTo>
                    <a:pt x="302658" y="247754"/>
                    <a:pt x="281068" y="224894"/>
                    <a:pt x="270908" y="202034"/>
                  </a:cubicBezTo>
                  <a:cubicBezTo>
                    <a:pt x="260748" y="179174"/>
                    <a:pt x="256938" y="147424"/>
                    <a:pt x="263288" y="123294"/>
                  </a:cubicBezTo>
                  <a:cubicBezTo>
                    <a:pt x="268368" y="97894"/>
                    <a:pt x="288688" y="69954"/>
                    <a:pt x="303928" y="54714"/>
                  </a:cubicBezTo>
                  <a:cubicBezTo>
                    <a:pt x="315358" y="44554"/>
                    <a:pt x="324248" y="39474"/>
                    <a:pt x="338218" y="34394"/>
                  </a:cubicBezTo>
                  <a:cubicBezTo>
                    <a:pt x="359808" y="28044"/>
                    <a:pt x="394098" y="24234"/>
                    <a:pt x="418228" y="30584"/>
                  </a:cubicBezTo>
                  <a:cubicBezTo>
                    <a:pt x="442358" y="38204"/>
                    <a:pt x="467758" y="55984"/>
                    <a:pt x="482998" y="76304"/>
                  </a:cubicBezTo>
                  <a:cubicBezTo>
                    <a:pt x="498238" y="95354"/>
                    <a:pt x="508398" y="125834"/>
                    <a:pt x="508398" y="151234"/>
                  </a:cubicBezTo>
                  <a:cubicBezTo>
                    <a:pt x="508398" y="176634"/>
                    <a:pt x="496968" y="205844"/>
                    <a:pt x="481728" y="226164"/>
                  </a:cubicBezTo>
                  <a:cubicBezTo>
                    <a:pt x="466488" y="246484"/>
                    <a:pt x="446168" y="261724"/>
                    <a:pt x="415688" y="270614"/>
                  </a:cubicBezTo>
                  <a:cubicBezTo>
                    <a:pt x="366158" y="283314"/>
                    <a:pt x="264558" y="266804"/>
                    <a:pt x="202328" y="259184"/>
                  </a:cubicBezTo>
                  <a:cubicBezTo>
                    <a:pt x="154068" y="252834"/>
                    <a:pt x="104538" y="247754"/>
                    <a:pt x="74058" y="233784"/>
                  </a:cubicBezTo>
                  <a:cubicBezTo>
                    <a:pt x="52468" y="223624"/>
                    <a:pt x="38498" y="213464"/>
                    <a:pt x="27068" y="198224"/>
                  </a:cubicBezTo>
                  <a:cubicBezTo>
                    <a:pt x="15638" y="182984"/>
                    <a:pt x="5478" y="163934"/>
                    <a:pt x="1668" y="144884"/>
                  </a:cubicBezTo>
                  <a:cubicBezTo>
                    <a:pt x="-872" y="127104"/>
                    <a:pt x="-872" y="105514"/>
                    <a:pt x="4208" y="86464"/>
                  </a:cubicBezTo>
                  <a:cubicBezTo>
                    <a:pt x="10558" y="68684"/>
                    <a:pt x="20718" y="49634"/>
                    <a:pt x="34688" y="35664"/>
                  </a:cubicBezTo>
                  <a:cubicBezTo>
                    <a:pt x="47388" y="22964"/>
                    <a:pt x="66438" y="11534"/>
                    <a:pt x="84218" y="5184"/>
                  </a:cubicBezTo>
                  <a:cubicBezTo>
                    <a:pt x="101998" y="-1166"/>
                    <a:pt x="142638" y="104"/>
                    <a:pt x="142638" y="10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230225" y="6318791"/>
            <a:ext cx="2519362" cy="1387792"/>
            <a:chOff x="0" y="0"/>
            <a:chExt cx="3359150" cy="18503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9725" y="50562"/>
              <a:ext cx="3261780" cy="1750637"/>
            </a:xfrm>
            <a:custGeom>
              <a:avLst/>
              <a:gdLst/>
              <a:ahLst/>
              <a:cxnLst/>
              <a:rect r="r" b="b" t="t" l="l"/>
              <a:pathLst>
                <a:path h="1750637" w="3261780">
                  <a:moveTo>
                    <a:pt x="109025" y="1168638"/>
                  </a:moveTo>
                  <a:cubicBezTo>
                    <a:pt x="613215" y="1572498"/>
                    <a:pt x="764345" y="1623298"/>
                    <a:pt x="904045" y="1630918"/>
                  </a:cubicBezTo>
                  <a:cubicBezTo>
                    <a:pt x="1037395" y="1637268"/>
                    <a:pt x="1173285" y="1608058"/>
                    <a:pt x="1300285" y="1549638"/>
                  </a:cubicBezTo>
                  <a:cubicBezTo>
                    <a:pt x="1446335" y="1481058"/>
                    <a:pt x="1613975" y="1328658"/>
                    <a:pt x="1718115" y="1218168"/>
                  </a:cubicBezTo>
                  <a:cubicBezTo>
                    <a:pt x="1796855" y="1135618"/>
                    <a:pt x="1850195" y="1045448"/>
                    <a:pt x="1894645" y="967978"/>
                  </a:cubicBezTo>
                  <a:cubicBezTo>
                    <a:pt x="1927665" y="907018"/>
                    <a:pt x="1954335" y="857488"/>
                    <a:pt x="1968305" y="796528"/>
                  </a:cubicBezTo>
                  <a:cubicBezTo>
                    <a:pt x="1982275" y="733028"/>
                    <a:pt x="1993705" y="644128"/>
                    <a:pt x="1975925" y="594598"/>
                  </a:cubicBezTo>
                  <a:cubicBezTo>
                    <a:pt x="1963225" y="557768"/>
                    <a:pt x="1931475" y="533638"/>
                    <a:pt x="1904805" y="513318"/>
                  </a:cubicBezTo>
                  <a:cubicBezTo>
                    <a:pt x="1880675" y="494268"/>
                    <a:pt x="1840035" y="463788"/>
                    <a:pt x="1823525" y="473948"/>
                  </a:cubicBezTo>
                  <a:cubicBezTo>
                    <a:pt x="1803205" y="486648"/>
                    <a:pt x="1812095" y="593328"/>
                    <a:pt x="1826065" y="645398"/>
                  </a:cubicBezTo>
                  <a:cubicBezTo>
                    <a:pt x="1840035" y="696198"/>
                    <a:pt x="1876865" y="740648"/>
                    <a:pt x="1906075" y="785098"/>
                  </a:cubicBezTo>
                  <a:cubicBezTo>
                    <a:pt x="1936555" y="829548"/>
                    <a:pt x="1967035" y="876538"/>
                    <a:pt x="2007675" y="913368"/>
                  </a:cubicBezTo>
                  <a:cubicBezTo>
                    <a:pt x="2049585" y="950198"/>
                    <a:pt x="2102925" y="980678"/>
                    <a:pt x="2156265" y="1006078"/>
                  </a:cubicBezTo>
                  <a:cubicBezTo>
                    <a:pt x="2210875" y="1032748"/>
                    <a:pt x="2261675" y="1053068"/>
                    <a:pt x="2332795" y="1069578"/>
                  </a:cubicBezTo>
                  <a:cubicBezTo>
                    <a:pt x="2430585" y="1092438"/>
                    <a:pt x="2608385" y="1111488"/>
                    <a:pt x="2692205" y="1108948"/>
                  </a:cubicBezTo>
                  <a:cubicBezTo>
                    <a:pt x="2739195" y="1107678"/>
                    <a:pt x="2762055" y="1107678"/>
                    <a:pt x="2800155" y="1091168"/>
                  </a:cubicBezTo>
                  <a:cubicBezTo>
                    <a:pt x="2852225" y="1068308"/>
                    <a:pt x="2925885" y="1009888"/>
                    <a:pt x="2966525" y="962898"/>
                  </a:cubicBezTo>
                  <a:cubicBezTo>
                    <a:pt x="2999545" y="924798"/>
                    <a:pt x="3014785" y="886698"/>
                    <a:pt x="3035105" y="839708"/>
                  </a:cubicBezTo>
                  <a:cubicBezTo>
                    <a:pt x="3057965" y="785098"/>
                    <a:pt x="3075745" y="712708"/>
                    <a:pt x="3089715" y="651748"/>
                  </a:cubicBezTo>
                  <a:cubicBezTo>
                    <a:pt x="3102415" y="593328"/>
                    <a:pt x="3107495" y="550148"/>
                    <a:pt x="3113845" y="479028"/>
                  </a:cubicBezTo>
                  <a:cubicBezTo>
                    <a:pt x="3124005" y="367268"/>
                    <a:pt x="3097335" y="110728"/>
                    <a:pt x="3129085" y="44688"/>
                  </a:cubicBezTo>
                  <a:cubicBezTo>
                    <a:pt x="3140515" y="19288"/>
                    <a:pt x="3157025" y="6588"/>
                    <a:pt x="3174805" y="1508"/>
                  </a:cubicBezTo>
                  <a:cubicBezTo>
                    <a:pt x="3192585" y="-2302"/>
                    <a:pt x="3221795" y="4048"/>
                    <a:pt x="3234495" y="16748"/>
                  </a:cubicBezTo>
                  <a:cubicBezTo>
                    <a:pt x="3248465" y="28178"/>
                    <a:pt x="3259895" y="56118"/>
                    <a:pt x="3257355" y="73898"/>
                  </a:cubicBezTo>
                  <a:cubicBezTo>
                    <a:pt x="3254815" y="92948"/>
                    <a:pt x="3235765" y="117078"/>
                    <a:pt x="3221795" y="125968"/>
                  </a:cubicBezTo>
                  <a:cubicBezTo>
                    <a:pt x="3209095" y="133588"/>
                    <a:pt x="3192585" y="133588"/>
                    <a:pt x="3179885" y="132318"/>
                  </a:cubicBezTo>
                  <a:cubicBezTo>
                    <a:pt x="3165915" y="129778"/>
                    <a:pt x="3150675" y="122158"/>
                    <a:pt x="3141785" y="110728"/>
                  </a:cubicBezTo>
                  <a:cubicBezTo>
                    <a:pt x="3131625" y="98028"/>
                    <a:pt x="3124005" y="67548"/>
                    <a:pt x="3126545" y="51038"/>
                  </a:cubicBezTo>
                  <a:cubicBezTo>
                    <a:pt x="3129085" y="37068"/>
                    <a:pt x="3137975" y="23098"/>
                    <a:pt x="3149405" y="15478"/>
                  </a:cubicBezTo>
                  <a:cubicBezTo>
                    <a:pt x="3159565" y="6588"/>
                    <a:pt x="3174805" y="238"/>
                    <a:pt x="3188775" y="238"/>
                  </a:cubicBezTo>
                  <a:cubicBezTo>
                    <a:pt x="3201475" y="-1032"/>
                    <a:pt x="3217985" y="2778"/>
                    <a:pt x="3229415" y="11668"/>
                  </a:cubicBezTo>
                  <a:cubicBezTo>
                    <a:pt x="3242115" y="23098"/>
                    <a:pt x="3252275" y="40878"/>
                    <a:pt x="3257355" y="67548"/>
                  </a:cubicBezTo>
                  <a:cubicBezTo>
                    <a:pt x="3270055" y="127238"/>
                    <a:pt x="3252275" y="266938"/>
                    <a:pt x="3243385" y="368538"/>
                  </a:cubicBezTo>
                  <a:cubicBezTo>
                    <a:pt x="3234495" y="472678"/>
                    <a:pt x="3224335" y="590788"/>
                    <a:pt x="3204015" y="684768"/>
                  </a:cubicBezTo>
                  <a:cubicBezTo>
                    <a:pt x="3187505" y="764778"/>
                    <a:pt x="3169725" y="835898"/>
                    <a:pt x="3139245" y="901938"/>
                  </a:cubicBezTo>
                  <a:cubicBezTo>
                    <a:pt x="3112575" y="961628"/>
                    <a:pt x="3083365" y="1014968"/>
                    <a:pt x="3037645" y="1063228"/>
                  </a:cubicBezTo>
                  <a:cubicBezTo>
                    <a:pt x="2983035" y="1119108"/>
                    <a:pt x="2891595" y="1181338"/>
                    <a:pt x="2824285" y="1206738"/>
                  </a:cubicBezTo>
                  <a:cubicBezTo>
                    <a:pt x="2776025" y="1225788"/>
                    <a:pt x="2744275" y="1225788"/>
                    <a:pt x="2685855" y="1225788"/>
                  </a:cubicBezTo>
                  <a:cubicBezTo>
                    <a:pt x="2586795" y="1227058"/>
                    <a:pt x="2400105" y="1208008"/>
                    <a:pt x="2292155" y="1182608"/>
                  </a:cubicBezTo>
                  <a:cubicBezTo>
                    <a:pt x="2212145" y="1164828"/>
                    <a:pt x="2154995" y="1141968"/>
                    <a:pt x="2091495" y="1110218"/>
                  </a:cubicBezTo>
                  <a:cubicBezTo>
                    <a:pt x="2027995" y="1078468"/>
                    <a:pt x="1961955" y="1039098"/>
                    <a:pt x="1911155" y="993378"/>
                  </a:cubicBezTo>
                  <a:cubicBezTo>
                    <a:pt x="1864165" y="951468"/>
                    <a:pt x="1829875" y="901938"/>
                    <a:pt x="1794315" y="851138"/>
                  </a:cubicBezTo>
                  <a:cubicBezTo>
                    <a:pt x="1757485" y="800338"/>
                    <a:pt x="1720655" y="744458"/>
                    <a:pt x="1695255" y="688578"/>
                  </a:cubicBezTo>
                  <a:cubicBezTo>
                    <a:pt x="1672395" y="636508"/>
                    <a:pt x="1645725" y="584438"/>
                    <a:pt x="1645725" y="529828"/>
                  </a:cubicBezTo>
                  <a:cubicBezTo>
                    <a:pt x="1645725" y="472678"/>
                    <a:pt x="1663505" y="386318"/>
                    <a:pt x="1701605" y="355838"/>
                  </a:cubicBezTo>
                  <a:cubicBezTo>
                    <a:pt x="1737165" y="327898"/>
                    <a:pt x="1809555" y="331708"/>
                    <a:pt x="1857815" y="341868"/>
                  </a:cubicBezTo>
                  <a:cubicBezTo>
                    <a:pt x="1906075" y="352028"/>
                    <a:pt x="1958145" y="390128"/>
                    <a:pt x="1991165" y="416798"/>
                  </a:cubicBezTo>
                  <a:cubicBezTo>
                    <a:pt x="2015295" y="434578"/>
                    <a:pt x="2030535" y="448548"/>
                    <a:pt x="2047045" y="472678"/>
                  </a:cubicBezTo>
                  <a:cubicBezTo>
                    <a:pt x="2067365" y="504428"/>
                    <a:pt x="2088955" y="543798"/>
                    <a:pt x="2097845" y="592058"/>
                  </a:cubicBezTo>
                  <a:cubicBezTo>
                    <a:pt x="2108005" y="658098"/>
                    <a:pt x="2095305" y="764778"/>
                    <a:pt x="2076255" y="840978"/>
                  </a:cubicBezTo>
                  <a:cubicBezTo>
                    <a:pt x="2058475" y="910828"/>
                    <a:pt x="2029265" y="966708"/>
                    <a:pt x="1991165" y="1035288"/>
                  </a:cubicBezTo>
                  <a:cubicBezTo>
                    <a:pt x="1941635" y="1121648"/>
                    <a:pt x="1880675" y="1220708"/>
                    <a:pt x="1791775" y="1312148"/>
                  </a:cubicBezTo>
                  <a:cubicBezTo>
                    <a:pt x="1676205" y="1431528"/>
                    <a:pt x="1490785" y="1594088"/>
                    <a:pt x="1328225" y="1665208"/>
                  </a:cubicBezTo>
                  <a:cubicBezTo>
                    <a:pt x="1183445" y="1729978"/>
                    <a:pt x="1024695" y="1757918"/>
                    <a:pt x="873565" y="1749028"/>
                  </a:cubicBezTo>
                  <a:cubicBezTo>
                    <a:pt x="717355" y="1738868"/>
                    <a:pt x="545905" y="1677908"/>
                    <a:pt x="404935" y="1597898"/>
                  </a:cubicBezTo>
                  <a:cubicBezTo>
                    <a:pt x="258885" y="1515348"/>
                    <a:pt x="51875" y="1321038"/>
                    <a:pt x="12505" y="1254998"/>
                  </a:cubicBezTo>
                  <a:cubicBezTo>
                    <a:pt x="-195" y="1235948"/>
                    <a:pt x="-1465" y="1224518"/>
                    <a:pt x="1075" y="1210548"/>
                  </a:cubicBezTo>
                  <a:cubicBezTo>
                    <a:pt x="2345" y="1195308"/>
                    <a:pt x="11235" y="1178798"/>
                    <a:pt x="21395" y="1168638"/>
                  </a:cubicBezTo>
                  <a:cubicBezTo>
                    <a:pt x="32825" y="1158478"/>
                    <a:pt x="50605" y="1152128"/>
                    <a:pt x="65845" y="1152128"/>
                  </a:cubicBezTo>
                  <a:cubicBezTo>
                    <a:pt x="79815" y="1152128"/>
                    <a:pt x="109025" y="1168638"/>
                    <a:pt x="109025" y="116863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143798" y="6969443"/>
            <a:ext cx="188595" cy="184785"/>
            <a:chOff x="0" y="0"/>
            <a:chExt cx="251460" cy="2463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636" y="50749"/>
              <a:ext cx="148754" cy="147879"/>
            </a:xfrm>
            <a:custGeom>
              <a:avLst/>
              <a:gdLst/>
              <a:ahLst/>
              <a:cxnLst/>
              <a:rect r="r" b="b" t="t" l="l"/>
              <a:pathLst>
                <a:path h="147879" w="148754">
                  <a:moveTo>
                    <a:pt x="148754" y="52121"/>
                  </a:moveTo>
                  <a:cubicBezTo>
                    <a:pt x="129704" y="133401"/>
                    <a:pt x="119544" y="141021"/>
                    <a:pt x="106844" y="144831"/>
                  </a:cubicBezTo>
                  <a:cubicBezTo>
                    <a:pt x="90334" y="149911"/>
                    <a:pt x="53504" y="148641"/>
                    <a:pt x="36994" y="141021"/>
                  </a:cubicBezTo>
                  <a:cubicBezTo>
                    <a:pt x="24294" y="134671"/>
                    <a:pt x="16674" y="124511"/>
                    <a:pt x="10324" y="114351"/>
                  </a:cubicBezTo>
                  <a:cubicBezTo>
                    <a:pt x="5244" y="104191"/>
                    <a:pt x="-1106" y="92761"/>
                    <a:pt x="164" y="80061"/>
                  </a:cubicBezTo>
                  <a:cubicBezTo>
                    <a:pt x="1434" y="61011"/>
                    <a:pt x="16674" y="27991"/>
                    <a:pt x="29374" y="15291"/>
                  </a:cubicBezTo>
                  <a:cubicBezTo>
                    <a:pt x="38264" y="6401"/>
                    <a:pt x="49694" y="1321"/>
                    <a:pt x="62394" y="51"/>
                  </a:cubicBezTo>
                  <a:cubicBezTo>
                    <a:pt x="81444" y="-1219"/>
                    <a:pt x="129704" y="21641"/>
                    <a:pt x="129704" y="21641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100590" y="413458"/>
            <a:ext cx="2298383" cy="1725930"/>
            <a:chOff x="0" y="0"/>
            <a:chExt cx="3064510" cy="2301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067" y="50503"/>
              <a:ext cx="2967816" cy="2198905"/>
            </a:xfrm>
            <a:custGeom>
              <a:avLst/>
              <a:gdLst/>
              <a:ahLst/>
              <a:cxnLst/>
              <a:rect r="r" b="b" t="t" l="l"/>
              <a:pathLst>
                <a:path h="2198905" w="2967816">
                  <a:moveTo>
                    <a:pt x="2863313" y="493057"/>
                  </a:moveTo>
                  <a:cubicBezTo>
                    <a:pt x="2601693" y="279697"/>
                    <a:pt x="2508983" y="247947"/>
                    <a:pt x="2422623" y="217467"/>
                  </a:cubicBezTo>
                  <a:cubicBezTo>
                    <a:pt x="2334993" y="188257"/>
                    <a:pt x="2242283" y="164127"/>
                    <a:pt x="2150843" y="146347"/>
                  </a:cubicBezTo>
                  <a:cubicBezTo>
                    <a:pt x="2060673" y="129837"/>
                    <a:pt x="1975583" y="117137"/>
                    <a:pt x="1875253" y="115867"/>
                  </a:cubicBezTo>
                  <a:cubicBezTo>
                    <a:pt x="1755873" y="114597"/>
                    <a:pt x="1603473" y="128567"/>
                    <a:pt x="1481553" y="150157"/>
                  </a:cubicBezTo>
                  <a:cubicBezTo>
                    <a:pt x="1373603" y="169207"/>
                    <a:pt x="1268193" y="195877"/>
                    <a:pt x="1178023" y="232707"/>
                  </a:cubicBezTo>
                  <a:cubicBezTo>
                    <a:pt x="1099283" y="266997"/>
                    <a:pt x="1025623" y="300017"/>
                    <a:pt x="965933" y="357167"/>
                  </a:cubicBezTo>
                  <a:cubicBezTo>
                    <a:pt x="902433" y="415587"/>
                    <a:pt x="855443" y="508297"/>
                    <a:pt x="814803" y="585767"/>
                  </a:cubicBezTo>
                  <a:cubicBezTo>
                    <a:pt x="776703" y="655617"/>
                    <a:pt x="746223" y="725467"/>
                    <a:pt x="724633" y="797857"/>
                  </a:cubicBezTo>
                  <a:cubicBezTo>
                    <a:pt x="704313" y="868977"/>
                    <a:pt x="682723" y="943907"/>
                    <a:pt x="687803" y="1018837"/>
                  </a:cubicBezTo>
                  <a:cubicBezTo>
                    <a:pt x="694153" y="1098847"/>
                    <a:pt x="734793" y="1183937"/>
                    <a:pt x="764003" y="1261407"/>
                  </a:cubicBezTo>
                  <a:cubicBezTo>
                    <a:pt x="793213" y="1338877"/>
                    <a:pt x="822423" y="1423967"/>
                    <a:pt x="864333" y="1484927"/>
                  </a:cubicBezTo>
                  <a:cubicBezTo>
                    <a:pt x="901163" y="1536997"/>
                    <a:pt x="944343" y="1583987"/>
                    <a:pt x="991333" y="1614467"/>
                  </a:cubicBezTo>
                  <a:cubicBezTo>
                    <a:pt x="1033243" y="1641137"/>
                    <a:pt x="1072613" y="1650027"/>
                    <a:pt x="1125953" y="1663997"/>
                  </a:cubicBezTo>
                  <a:cubicBezTo>
                    <a:pt x="1198343" y="1681777"/>
                    <a:pt x="1335503" y="1717337"/>
                    <a:pt x="1388843" y="1699557"/>
                  </a:cubicBezTo>
                  <a:cubicBezTo>
                    <a:pt x="1418053" y="1689397"/>
                    <a:pt x="1440913" y="1665267"/>
                    <a:pt x="1445993" y="1641137"/>
                  </a:cubicBezTo>
                  <a:cubicBezTo>
                    <a:pt x="1452343" y="1609387"/>
                    <a:pt x="1419323" y="1547157"/>
                    <a:pt x="1393923" y="1520487"/>
                  </a:cubicBezTo>
                  <a:cubicBezTo>
                    <a:pt x="1373603" y="1497627"/>
                    <a:pt x="1344393" y="1487467"/>
                    <a:pt x="1315183" y="1479847"/>
                  </a:cubicBezTo>
                  <a:cubicBezTo>
                    <a:pt x="1285973" y="1470957"/>
                    <a:pt x="1259303" y="1473497"/>
                    <a:pt x="1217393" y="1470957"/>
                  </a:cubicBezTo>
                  <a:cubicBezTo>
                    <a:pt x="1146273" y="1465877"/>
                    <a:pt x="1010383" y="1449367"/>
                    <a:pt x="922753" y="1456987"/>
                  </a:cubicBezTo>
                  <a:cubicBezTo>
                    <a:pt x="850363" y="1463337"/>
                    <a:pt x="790673" y="1482387"/>
                    <a:pt x="728443" y="1500167"/>
                  </a:cubicBezTo>
                  <a:cubicBezTo>
                    <a:pt x="667483" y="1517947"/>
                    <a:pt x="606523" y="1536997"/>
                    <a:pt x="553183" y="1563667"/>
                  </a:cubicBezTo>
                  <a:cubicBezTo>
                    <a:pt x="502383" y="1589067"/>
                    <a:pt x="463013" y="1613197"/>
                    <a:pt x="416023" y="1655107"/>
                  </a:cubicBezTo>
                  <a:cubicBezTo>
                    <a:pt x="351253" y="1713527"/>
                    <a:pt x="257273" y="1837987"/>
                    <a:pt x="212823" y="1898947"/>
                  </a:cubicBezTo>
                  <a:cubicBezTo>
                    <a:pt x="188693" y="1931967"/>
                    <a:pt x="175993" y="1944667"/>
                    <a:pt x="162023" y="1978957"/>
                  </a:cubicBezTo>
                  <a:cubicBezTo>
                    <a:pt x="140433" y="2029757"/>
                    <a:pt x="139163" y="2146597"/>
                    <a:pt x="116303" y="2178347"/>
                  </a:cubicBezTo>
                  <a:cubicBezTo>
                    <a:pt x="104873" y="2192317"/>
                    <a:pt x="93443" y="2197397"/>
                    <a:pt x="78203" y="2198667"/>
                  </a:cubicBezTo>
                  <a:cubicBezTo>
                    <a:pt x="61693" y="2199937"/>
                    <a:pt x="32483" y="2189777"/>
                    <a:pt x="19783" y="2178347"/>
                  </a:cubicBezTo>
                  <a:cubicBezTo>
                    <a:pt x="8353" y="2169457"/>
                    <a:pt x="2003" y="2154217"/>
                    <a:pt x="733" y="2140247"/>
                  </a:cubicBezTo>
                  <a:cubicBezTo>
                    <a:pt x="733" y="2122467"/>
                    <a:pt x="10893" y="2094527"/>
                    <a:pt x="23593" y="2081827"/>
                  </a:cubicBezTo>
                  <a:cubicBezTo>
                    <a:pt x="33753" y="2071667"/>
                    <a:pt x="50263" y="2066587"/>
                    <a:pt x="62963" y="2065317"/>
                  </a:cubicBezTo>
                  <a:cubicBezTo>
                    <a:pt x="76933" y="2065317"/>
                    <a:pt x="93443" y="2067857"/>
                    <a:pt x="104873" y="2076747"/>
                  </a:cubicBezTo>
                  <a:cubicBezTo>
                    <a:pt x="117573" y="2086907"/>
                    <a:pt x="134083" y="2113577"/>
                    <a:pt x="134083" y="2131357"/>
                  </a:cubicBezTo>
                  <a:cubicBezTo>
                    <a:pt x="134083" y="2150407"/>
                    <a:pt x="118843" y="2175807"/>
                    <a:pt x="104873" y="2187237"/>
                  </a:cubicBezTo>
                  <a:cubicBezTo>
                    <a:pt x="94713" y="2196127"/>
                    <a:pt x="78203" y="2199937"/>
                    <a:pt x="64233" y="2198667"/>
                  </a:cubicBezTo>
                  <a:cubicBezTo>
                    <a:pt x="50263" y="2198667"/>
                    <a:pt x="35023" y="2193587"/>
                    <a:pt x="24863" y="2183427"/>
                  </a:cubicBezTo>
                  <a:cubicBezTo>
                    <a:pt x="12163" y="2171997"/>
                    <a:pt x="3273" y="2150407"/>
                    <a:pt x="733" y="2126277"/>
                  </a:cubicBezTo>
                  <a:cubicBezTo>
                    <a:pt x="-3077" y="2089447"/>
                    <a:pt x="8353" y="2029757"/>
                    <a:pt x="26133" y="1981497"/>
                  </a:cubicBezTo>
                  <a:cubicBezTo>
                    <a:pt x="46453" y="1926887"/>
                    <a:pt x="80743" y="1877357"/>
                    <a:pt x="122653" y="1818937"/>
                  </a:cubicBezTo>
                  <a:cubicBezTo>
                    <a:pt x="179803" y="1740197"/>
                    <a:pt x="276323" y="1622087"/>
                    <a:pt x="349983" y="1557317"/>
                  </a:cubicBezTo>
                  <a:cubicBezTo>
                    <a:pt x="404593" y="1509057"/>
                    <a:pt x="452853" y="1479847"/>
                    <a:pt x="511273" y="1450637"/>
                  </a:cubicBezTo>
                  <a:cubicBezTo>
                    <a:pt x="569693" y="1420157"/>
                    <a:pt x="634463" y="1399837"/>
                    <a:pt x="701773" y="1380787"/>
                  </a:cubicBezTo>
                  <a:cubicBezTo>
                    <a:pt x="772893" y="1359197"/>
                    <a:pt x="842743" y="1338877"/>
                    <a:pt x="924023" y="1331257"/>
                  </a:cubicBezTo>
                  <a:cubicBezTo>
                    <a:pt x="1019273" y="1322367"/>
                    <a:pt x="1151353" y="1329987"/>
                    <a:pt x="1235173" y="1336337"/>
                  </a:cubicBezTo>
                  <a:cubicBezTo>
                    <a:pt x="1293593" y="1342687"/>
                    <a:pt x="1335503" y="1341417"/>
                    <a:pt x="1381223" y="1360467"/>
                  </a:cubicBezTo>
                  <a:cubicBezTo>
                    <a:pt x="1428213" y="1380787"/>
                    <a:pt x="1477743" y="1415077"/>
                    <a:pt x="1509493" y="1459527"/>
                  </a:cubicBezTo>
                  <a:cubicBezTo>
                    <a:pt x="1543783" y="1507787"/>
                    <a:pt x="1578073" y="1591607"/>
                    <a:pt x="1572993" y="1641137"/>
                  </a:cubicBezTo>
                  <a:cubicBezTo>
                    <a:pt x="1570453" y="1677967"/>
                    <a:pt x="1545053" y="1708447"/>
                    <a:pt x="1518383" y="1735117"/>
                  </a:cubicBezTo>
                  <a:cubicBezTo>
                    <a:pt x="1489173" y="1765597"/>
                    <a:pt x="1444723" y="1797347"/>
                    <a:pt x="1399003" y="1808777"/>
                  </a:cubicBezTo>
                  <a:cubicBezTo>
                    <a:pt x="1349473" y="1821477"/>
                    <a:pt x="1284703" y="1806237"/>
                    <a:pt x="1230093" y="1799887"/>
                  </a:cubicBezTo>
                  <a:cubicBezTo>
                    <a:pt x="1179293" y="1793537"/>
                    <a:pt x="1133573" y="1785917"/>
                    <a:pt x="1084043" y="1769407"/>
                  </a:cubicBezTo>
                  <a:cubicBezTo>
                    <a:pt x="1028163" y="1751627"/>
                    <a:pt x="964663" y="1732577"/>
                    <a:pt x="912593" y="1695747"/>
                  </a:cubicBezTo>
                  <a:cubicBezTo>
                    <a:pt x="855443" y="1655107"/>
                    <a:pt x="803373" y="1596687"/>
                    <a:pt x="761463" y="1533187"/>
                  </a:cubicBezTo>
                  <a:cubicBezTo>
                    <a:pt x="715743" y="1464607"/>
                    <a:pt x="683993" y="1378247"/>
                    <a:pt x="654783" y="1294427"/>
                  </a:cubicBezTo>
                  <a:cubicBezTo>
                    <a:pt x="621763" y="1202987"/>
                    <a:pt x="579853" y="1098847"/>
                    <a:pt x="574773" y="1004867"/>
                  </a:cubicBezTo>
                  <a:cubicBezTo>
                    <a:pt x="570963" y="918507"/>
                    <a:pt x="595093" y="834687"/>
                    <a:pt x="619223" y="753407"/>
                  </a:cubicBezTo>
                  <a:cubicBezTo>
                    <a:pt x="643353" y="673397"/>
                    <a:pt x="676373" y="598467"/>
                    <a:pt x="719553" y="520997"/>
                  </a:cubicBezTo>
                  <a:cubicBezTo>
                    <a:pt x="767813" y="433367"/>
                    <a:pt x="830043" y="327957"/>
                    <a:pt x="903703" y="260647"/>
                  </a:cubicBezTo>
                  <a:cubicBezTo>
                    <a:pt x="973553" y="197147"/>
                    <a:pt x="1057373" y="159047"/>
                    <a:pt x="1147543" y="122217"/>
                  </a:cubicBezTo>
                  <a:cubicBezTo>
                    <a:pt x="1245333" y="81577"/>
                    <a:pt x="1355823" y="54907"/>
                    <a:pt x="1471393" y="34587"/>
                  </a:cubicBezTo>
                  <a:cubicBezTo>
                    <a:pt x="1600933" y="11727"/>
                    <a:pt x="1760953" y="-2243"/>
                    <a:pt x="1887953" y="297"/>
                  </a:cubicBezTo>
                  <a:cubicBezTo>
                    <a:pt x="1994633" y="1567"/>
                    <a:pt x="2084803" y="14267"/>
                    <a:pt x="2181323" y="32047"/>
                  </a:cubicBezTo>
                  <a:cubicBezTo>
                    <a:pt x="2277843" y="49827"/>
                    <a:pt x="2375633" y="75227"/>
                    <a:pt x="2469613" y="108247"/>
                  </a:cubicBezTo>
                  <a:cubicBezTo>
                    <a:pt x="2566133" y="142537"/>
                    <a:pt x="2671543" y="179367"/>
                    <a:pt x="2755363" y="233977"/>
                  </a:cubicBezTo>
                  <a:cubicBezTo>
                    <a:pt x="2834103" y="286047"/>
                    <a:pt x="2943323" y="378757"/>
                    <a:pt x="2962373" y="424477"/>
                  </a:cubicBezTo>
                  <a:cubicBezTo>
                    <a:pt x="2971263" y="440987"/>
                    <a:pt x="2967453" y="456227"/>
                    <a:pt x="2963643" y="467657"/>
                  </a:cubicBezTo>
                  <a:cubicBezTo>
                    <a:pt x="2959833" y="477817"/>
                    <a:pt x="2954753" y="486707"/>
                    <a:pt x="2945863" y="493057"/>
                  </a:cubicBezTo>
                  <a:cubicBezTo>
                    <a:pt x="2936973" y="500677"/>
                    <a:pt x="2919193" y="508297"/>
                    <a:pt x="2905223" y="508297"/>
                  </a:cubicBezTo>
                  <a:cubicBezTo>
                    <a:pt x="2891253" y="508297"/>
                    <a:pt x="2863313" y="493057"/>
                    <a:pt x="2863313" y="493057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4163378" y="2128838"/>
            <a:ext cx="189548" cy="188595"/>
            <a:chOff x="0" y="0"/>
            <a:chExt cx="252730" cy="2514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800" y="49915"/>
              <a:ext cx="148590" cy="150664"/>
            </a:xfrm>
            <a:custGeom>
              <a:avLst/>
              <a:gdLst/>
              <a:ahLst/>
              <a:cxnLst/>
              <a:rect r="r" b="b" t="t" l="l"/>
              <a:pathLst>
                <a:path h="150664" w="148590">
                  <a:moveTo>
                    <a:pt x="148590" y="51685"/>
                  </a:moveTo>
                  <a:cubicBezTo>
                    <a:pt x="146050" y="105025"/>
                    <a:pt x="123190" y="134235"/>
                    <a:pt x="107950" y="143125"/>
                  </a:cubicBezTo>
                  <a:cubicBezTo>
                    <a:pt x="96520" y="150745"/>
                    <a:pt x="85090" y="152015"/>
                    <a:pt x="72390" y="149475"/>
                  </a:cubicBezTo>
                  <a:cubicBezTo>
                    <a:pt x="53340" y="146935"/>
                    <a:pt x="22860" y="127885"/>
                    <a:pt x="11430" y="112645"/>
                  </a:cubicBezTo>
                  <a:cubicBezTo>
                    <a:pt x="2540" y="102485"/>
                    <a:pt x="0" y="91055"/>
                    <a:pt x="0" y="78355"/>
                  </a:cubicBezTo>
                  <a:cubicBezTo>
                    <a:pt x="1270" y="60575"/>
                    <a:pt x="12700" y="26285"/>
                    <a:pt x="29210" y="13585"/>
                  </a:cubicBezTo>
                  <a:cubicBezTo>
                    <a:pt x="45720" y="885"/>
                    <a:pt x="81280" y="-1655"/>
                    <a:pt x="99060" y="885"/>
                  </a:cubicBezTo>
                  <a:cubicBezTo>
                    <a:pt x="111760" y="3425"/>
                    <a:pt x="130810" y="19935"/>
                    <a:pt x="130810" y="19935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3349146" y="-142875"/>
            <a:ext cx="11888949" cy="18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3"/>
              </a:lnSpc>
            </a:pPr>
            <a:r>
              <a:rPr lang="en-US" sz="11412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GENERAZIONE PIANO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27342" y="7879176"/>
            <a:ext cx="13856243" cy="1543050"/>
            <a:chOff x="0" y="0"/>
            <a:chExt cx="3649381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49381" cy="406400"/>
            </a:xfrm>
            <a:custGeom>
              <a:avLst/>
              <a:gdLst/>
              <a:ahLst/>
              <a:cxnLst/>
              <a:rect r="r" b="b" t="t" l="l"/>
              <a:pathLst>
                <a:path h="406400" w="3649381">
                  <a:moveTo>
                    <a:pt x="28495" y="0"/>
                  </a:moveTo>
                  <a:lnTo>
                    <a:pt x="3620886" y="0"/>
                  </a:lnTo>
                  <a:cubicBezTo>
                    <a:pt x="3628443" y="0"/>
                    <a:pt x="3635691" y="3002"/>
                    <a:pt x="3641035" y="8346"/>
                  </a:cubicBezTo>
                  <a:cubicBezTo>
                    <a:pt x="3646379" y="13690"/>
                    <a:pt x="3649381" y="20938"/>
                    <a:pt x="3649381" y="28495"/>
                  </a:cubicBezTo>
                  <a:lnTo>
                    <a:pt x="3649381" y="377905"/>
                  </a:lnTo>
                  <a:cubicBezTo>
                    <a:pt x="3649381" y="385462"/>
                    <a:pt x="3646379" y="392710"/>
                    <a:pt x="3641035" y="398054"/>
                  </a:cubicBezTo>
                  <a:cubicBezTo>
                    <a:pt x="3635691" y="403398"/>
                    <a:pt x="3628443" y="406400"/>
                    <a:pt x="3620886" y="406400"/>
                  </a:cubicBezTo>
                  <a:lnTo>
                    <a:pt x="28495" y="406400"/>
                  </a:lnTo>
                  <a:cubicBezTo>
                    <a:pt x="20938" y="406400"/>
                    <a:pt x="13690" y="403398"/>
                    <a:pt x="8346" y="398054"/>
                  </a:cubicBezTo>
                  <a:cubicBezTo>
                    <a:pt x="3002" y="392710"/>
                    <a:pt x="0" y="385462"/>
                    <a:pt x="0" y="377905"/>
                  </a:cubicBezTo>
                  <a:lnTo>
                    <a:pt x="0" y="28495"/>
                  </a:lnTo>
                  <a:cubicBezTo>
                    <a:pt x="0" y="20938"/>
                    <a:pt x="3002" y="13690"/>
                    <a:pt x="8346" y="8346"/>
                  </a:cubicBezTo>
                  <a:cubicBezTo>
                    <a:pt x="13690" y="3002"/>
                    <a:pt x="20938" y="0"/>
                    <a:pt x="28495" y="0"/>
                  </a:cubicBezTo>
                  <a:close/>
                </a:path>
              </a:pathLst>
            </a:custGeom>
            <a:solidFill>
              <a:srgbClr val="FDED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4938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6624213" y="2064006"/>
            <a:ext cx="9100762" cy="6205065"/>
          </a:xfrm>
          <a:custGeom>
            <a:avLst/>
            <a:gdLst/>
            <a:ahLst/>
            <a:cxnLst/>
            <a:rect r="r" b="b" t="t" l="l"/>
            <a:pathLst>
              <a:path h="6205065" w="9100762">
                <a:moveTo>
                  <a:pt x="0" y="0"/>
                </a:moveTo>
                <a:lnTo>
                  <a:pt x="9100761" y="0"/>
                </a:lnTo>
                <a:lnTo>
                  <a:pt x="9100761" y="6205065"/>
                </a:lnTo>
                <a:lnTo>
                  <a:pt x="0" y="6205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921797">
            <a:off x="4332776" y="233316"/>
            <a:ext cx="9338239" cy="9338239"/>
          </a:xfrm>
          <a:custGeom>
            <a:avLst/>
            <a:gdLst/>
            <a:ahLst/>
            <a:cxnLst/>
            <a:rect r="r" b="b" t="t" l="l"/>
            <a:pathLst>
              <a:path h="9338239" w="9338239">
                <a:moveTo>
                  <a:pt x="0" y="0"/>
                </a:moveTo>
                <a:lnTo>
                  <a:pt x="9338239" y="0"/>
                </a:lnTo>
                <a:lnTo>
                  <a:pt x="9338239" y="9338239"/>
                </a:lnTo>
                <a:lnTo>
                  <a:pt x="0" y="9338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921797">
            <a:off x="8295356" y="-8043194"/>
            <a:ext cx="9338239" cy="9338239"/>
          </a:xfrm>
          <a:custGeom>
            <a:avLst/>
            <a:gdLst/>
            <a:ahLst/>
            <a:cxnLst/>
            <a:rect r="r" b="b" t="t" l="l"/>
            <a:pathLst>
              <a:path h="9338239" w="9338239">
                <a:moveTo>
                  <a:pt x="0" y="0"/>
                </a:moveTo>
                <a:lnTo>
                  <a:pt x="9338239" y="0"/>
                </a:lnTo>
                <a:lnTo>
                  <a:pt x="9338239" y="9338239"/>
                </a:lnTo>
                <a:lnTo>
                  <a:pt x="0" y="9338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921797">
            <a:off x="-5560887" y="-4584233"/>
            <a:ext cx="9338239" cy="9338239"/>
          </a:xfrm>
          <a:custGeom>
            <a:avLst/>
            <a:gdLst/>
            <a:ahLst/>
            <a:cxnLst/>
            <a:rect r="r" b="b" t="t" l="l"/>
            <a:pathLst>
              <a:path h="9338239" w="9338239">
                <a:moveTo>
                  <a:pt x="0" y="0"/>
                </a:moveTo>
                <a:lnTo>
                  <a:pt x="9338239" y="0"/>
                </a:lnTo>
                <a:lnTo>
                  <a:pt x="9338239" y="9338239"/>
                </a:lnTo>
                <a:lnTo>
                  <a:pt x="0" y="9338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283746" y="1639252"/>
            <a:ext cx="8722314" cy="1125855"/>
            <a:chOff x="0" y="0"/>
            <a:chExt cx="11629752" cy="1501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4669" y="41863"/>
              <a:ext cx="11472166" cy="1415045"/>
            </a:xfrm>
            <a:custGeom>
              <a:avLst/>
              <a:gdLst/>
              <a:ahLst/>
              <a:cxnLst/>
              <a:rect r="r" b="b" t="t" l="l"/>
              <a:pathLst>
                <a:path h="1415045" w="11472166">
                  <a:moveTo>
                    <a:pt x="1047934" y="62277"/>
                  </a:moveTo>
                  <a:cubicBezTo>
                    <a:pt x="5278807" y="73707"/>
                    <a:pt x="9491142" y="-30433"/>
                    <a:pt x="10337729" y="8937"/>
                  </a:cubicBezTo>
                  <a:cubicBezTo>
                    <a:pt x="10535471" y="17827"/>
                    <a:pt x="10586966" y="21637"/>
                    <a:pt x="10700256" y="44497"/>
                  </a:cubicBezTo>
                  <a:cubicBezTo>
                    <a:pt x="10815607" y="68627"/>
                    <a:pt x="10928897" y="105457"/>
                    <a:pt x="11025709" y="151177"/>
                  </a:cubicBezTo>
                  <a:cubicBezTo>
                    <a:pt x="11120461" y="195627"/>
                    <a:pt x="11209033" y="254047"/>
                    <a:pt x="11277006" y="315007"/>
                  </a:cubicBezTo>
                  <a:cubicBezTo>
                    <a:pt x="11344982" y="377237"/>
                    <a:pt x="11398537" y="448357"/>
                    <a:pt x="11431493" y="520747"/>
                  </a:cubicBezTo>
                  <a:cubicBezTo>
                    <a:pt x="11464451" y="591867"/>
                    <a:pt x="11476810" y="671877"/>
                    <a:pt x="11470630" y="745537"/>
                  </a:cubicBezTo>
                  <a:cubicBezTo>
                    <a:pt x="11464451" y="820467"/>
                    <a:pt x="11437674" y="897937"/>
                    <a:pt x="11392357" y="966517"/>
                  </a:cubicBezTo>
                  <a:cubicBezTo>
                    <a:pt x="11347041" y="1035097"/>
                    <a:pt x="11281126" y="1103677"/>
                    <a:pt x="11202853" y="1160827"/>
                  </a:cubicBezTo>
                  <a:cubicBezTo>
                    <a:pt x="11124581" y="1216707"/>
                    <a:pt x="11027769" y="1268777"/>
                    <a:pt x="10922719" y="1306877"/>
                  </a:cubicBezTo>
                  <a:cubicBezTo>
                    <a:pt x="10819727" y="1344977"/>
                    <a:pt x="10700256" y="1374187"/>
                    <a:pt x="10582848" y="1390697"/>
                  </a:cubicBezTo>
                  <a:cubicBezTo>
                    <a:pt x="10465438" y="1407207"/>
                    <a:pt x="10335668" y="1411017"/>
                    <a:pt x="10216199" y="1403397"/>
                  </a:cubicBezTo>
                  <a:cubicBezTo>
                    <a:pt x="10096730" y="1394507"/>
                    <a:pt x="9971081" y="1374187"/>
                    <a:pt x="9861910" y="1342437"/>
                  </a:cubicBezTo>
                  <a:cubicBezTo>
                    <a:pt x="9752740" y="1310687"/>
                    <a:pt x="9645628" y="1266237"/>
                    <a:pt x="9559117" y="1215437"/>
                  </a:cubicBezTo>
                  <a:cubicBezTo>
                    <a:pt x="9470544" y="1164637"/>
                    <a:pt x="9392271" y="1101137"/>
                    <a:pt x="9336655" y="1035097"/>
                  </a:cubicBezTo>
                  <a:cubicBezTo>
                    <a:pt x="9278980" y="969057"/>
                    <a:pt x="9239844" y="894127"/>
                    <a:pt x="9219246" y="820467"/>
                  </a:cubicBezTo>
                  <a:cubicBezTo>
                    <a:pt x="9200707" y="746807"/>
                    <a:pt x="9200707" y="668067"/>
                    <a:pt x="9219246" y="594407"/>
                  </a:cubicBezTo>
                  <a:cubicBezTo>
                    <a:pt x="9239844" y="520747"/>
                    <a:pt x="9281041" y="445817"/>
                    <a:pt x="9336655" y="379777"/>
                  </a:cubicBezTo>
                  <a:cubicBezTo>
                    <a:pt x="9392271" y="313737"/>
                    <a:pt x="9470544" y="251507"/>
                    <a:pt x="9559117" y="199437"/>
                  </a:cubicBezTo>
                  <a:cubicBezTo>
                    <a:pt x="9645628" y="148637"/>
                    <a:pt x="9752740" y="104187"/>
                    <a:pt x="9861910" y="72437"/>
                  </a:cubicBezTo>
                  <a:cubicBezTo>
                    <a:pt x="9973140" y="41957"/>
                    <a:pt x="10096730" y="20367"/>
                    <a:pt x="10216199" y="12747"/>
                  </a:cubicBezTo>
                  <a:cubicBezTo>
                    <a:pt x="10335668" y="3857"/>
                    <a:pt x="10465438" y="8937"/>
                    <a:pt x="10582848" y="24177"/>
                  </a:cubicBezTo>
                  <a:cubicBezTo>
                    <a:pt x="10700256" y="40687"/>
                    <a:pt x="10819727" y="69897"/>
                    <a:pt x="10922719" y="107997"/>
                  </a:cubicBezTo>
                  <a:cubicBezTo>
                    <a:pt x="11027769" y="147367"/>
                    <a:pt x="11124581" y="198167"/>
                    <a:pt x="11202853" y="255317"/>
                  </a:cubicBezTo>
                  <a:cubicBezTo>
                    <a:pt x="11281126" y="311197"/>
                    <a:pt x="11347041" y="379777"/>
                    <a:pt x="11392357" y="449627"/>
                  </a:cubicBezTo>
                  <a:cubicBezTo>
                    <a:pt x="11437674" y="518207"/>
                    <a:pt x="11464451" y="595677"/>
                    <a:pt x="11470630" y="670607"/>
                  </a:cubicBezTo>
                  <a:cubicBezTo>
                    <a:pt x="11476810" y="744267"/>
                    <a:pt x="11464451" y="823007"/>
                    <a:pt x="11431493" y="895397"/>
                  </a:cubicBezTo>
                  <a:cubicBezTo>
                    <a:pt x="11398537" y="966517"/>
                    <a:pt x="11344982" y="1038907"/>
                    <a:pt x="11277006" y="1099867"/>
                  </a:cubicBezTo>
                  <a:cubicBezTo>
                    <a:pt x="11209033" y="1162097"/>
                    <a:pt x="11120461" y="1219247"/>
                    <a:pt x="11025709" y="1264967"/>
                  </a:cubicBezTo>
                  <a:cubicBezTo>
                    <a:pt x="10928897" y="1309417"/>
                    <a:pt x="10815607" y="1346247"/>
                    <a:pt x="10700256" y="1370377"/>
                  </a:cubicBezTo>
                  <a:cubicBezTo>
                    <a:pt x="10586966" y="1394507"/>
                    <a:pt x="10531353" y="1398317"/>
                    <a:pt x="10337729" y="1407207"/>
                  </a:cubicBezTo>
                  <a:cubicBezTo>
                    <a:pt x="9604432" y="1440227"/>
                    <a:pt x="6436427" y="1358947"/>
                    <a:pt x="4992492" y="1347517"/>
                  </a:cubicBezTo>
                  <a:cubicBezTo>
                    <a:pt x="4009957" y="1339897"/>
                    <a:pt x="3231344" y="1336087"/>
                    <a:pt x="2512467" y="1338627"/>
                  </a:cubicBezTo>
                  <a:cubicBezTo>
                    <a:pt x="1960435" y="1339897"/>
                    <a:pt x="1332189" y="1362757"/>
                    <a:pt x="1047934" y="1353867"/>
                  </a:cubicBezTo>
                  <a:cubicBezTo>
                    <a:pt x="928464" y="1350057"/>
                    <a:pt x="876969" y="1347517"/>
                    <a:pt x="796635" y="1334817"/>
                  </a:cubicBezTo>
                  <a:cubicBezTo>
                    <a:pt x="716302" y="1322117"/>
                    <a:pt x="633910" y="1303067"/>
                    <a:pt x="559756" y="1280207"/>
                  </a:cubicBezTo>
                  <a:cubicBezTo>
                    <a:pt x="485602" y="1256077"/>
                    <a:pt x="415569" y="1225597"/>
                    <a:pt x="351714" y="1191307"/>
                  </a:cubicBezTo>
                  <a:cubicBezTo>
                    <a:pt x="289919" y="1157017"/>
                    <a:pt x="232244" y="1117647"/>
                    <a:pt x="184869" y="1074467"/>
                  </a:cubicBezTo>
                  <a:cubicBezTo>
                    <a:pt x="137493" y="1032557"/>
                    <a:pt x="96296" y="984297"/>
                    <a:pt x="67459" y="937307"/>
                  </a:cubicBezTo>
                  <a:cubicBezTo>
                    <a:pt x="38621" y="889047"/>
                    <a:pt x="18023" y="836977"/>
                    <a:pt x="7724" y="784907"/>
                  </a:cubicBezTo>
                  <a:cubicBezTo>
                    <a:pt x="-2575" y="734107"/>
                    <a:pt x="-2575" y="680767"/>
                    <a:pt x="7724" y="629967"/>
                  </a:cubicBezTo>
                  <a:cubicBezTo>
                    <a:pt x="18023" y="579167"/>
                    <a:pt x="38621" y="527097"/>
                    <a:pt x="67459" y="478837"/>
                  </a:cubicBezTo>
                  <a:cubicBezTo>
                    <a:pt x="98356" y="430577"/>
                    <a:pt x="137493" y="383587"/>
                    <a:pt x="184869" y="340407"/>
                  </a:cubicBezTo>
                  <a:cubicBezTo>
                    <a:pt x="232244" y="298497"/>
                    <a:pt x="289919" y="257857"/>
                    <a:pt x="351714" y="223567"/>
                  </a:cubicBezTo>
                  <a:cubicBezTo>
                    <a:pt x="415569" y="190547"/>
                    <a:pt x="485602" y="160067"/>
                    <a:pt x="559756" y="135937"/>
                  </a:cubicBezTo>
                  <a:cubicBezTo>
                    <a:pt x="633910" y="111807"/>
                    <a:pt x="716302" y="92757"/>
                    <a:pt x="796635" y="80057"/>
                  </a:cubicBezTo>
                  <a:cubicBezTo>
                    <a:pt x="876969" y="68627"/>
                    <a:pt x="1047934" y="62277"/>
                    <a:pt x="1047934" y="62277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741593" y="380047"/>
            <a:ext cx="572452" cy="643890"/>
            <a:chOff x="0" y="0"/>
            <a:chExt cx="763270" cy="858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6003" y="50470"/>
              <a:ext cx="665499" cy="760587"/>
            </a:xfrm>
            <a:custGeom>
              <a:avLst/>
              <a:gdLst/>
              <a:ahLst/>
              <a:cxnLst/>
              <a:rect r="r" b="b" t="t" l="l"/>
              <a:pathLst>
                <a:path h="760587" w="665499">
                  <a:moveTo>
                    <a:pt x="455647" y="726770"/>
                  </a:moveTo>
                  <a:cubicBezTo>
                    <a:pt x="303247" y="561670"/>
                    <a:pt x="233397" y="442290"/>
                    <a:pt x="172437" y="362280"/>
                  </a:cubicBezTo>
                  <a:cubicBezTo>
                    <a:pt x="116557" y="289890"/>
                    <a:pt x="25117" y="217500"/>
                    <a:pt x="6067" y="162890"/>
                  </a:cubicBezTo>
                  <a:cubicBezTo>
                    <a:pt x="-4093" y="132410"/>
                    <a:pt x="-283" y="105740"/>
                    <a:pt x="8607" y="82880"/>
                  </a:cubicBezTo>
                  <a:cubicBezTo>
                    <a:pt x="17497" y="58750"/>
                    <a:pt x="37817" y="33350"/>
                    <a:pt x="59407" y="19380"/>
                  </a:cubicBezTo>
                  <a:cubicBezTo>
                    <a:pt x="80997" y="6680"/>
                    <a:pt x="111477" y="-940"/>
                    <a:pt x="136877" y="330"/>
                  </a:cubicBezTo>
                  <a:cubicBezTo>
                    <a:pt x="162277" y="2870"/>
                    <a:pt x="194027" y="19380"/>
                    <a:pt x="210537" y="32080"/>
                  </a:cubicBezTo>
                  <a:cubicBezTo>
                    <a:pt x="223237" y="42240"/>
                    <a:pt x="229587" y="49860"/>
                    <a:pt x="235937" y="63830"/>
                  </a:cubicBezTo>
                  <a:cubicBezTo>
                    <a:pt x="244827" y="84150"/>
                    <a:pt x="254987" y="118440"/>
                    <a:pt x="251177" y="143840"/>
                  </a:cubicBezTo>
                  <a:cubicBezTo>
                    <a:pt x="247367" y="167970"/>
                    <a:pt x="229587" y="198450"/>
                    <a:pt x="215617" y="214960"/>
                  </a:cubicBezTo>
                  <a:cubicBezTo>
                    <a:pt x="205457" y="226390"/>
                    <a:pt x="194027" y="232740"/>
                    <a:pt x="182597" y="239090"/>
                  </a:cubicBezTo>
                  <a:cubicBezTo>
                    <a:pt x="169897" y="244170"/>
                    <a:pt x="158467" y="249250"/>
                    <a:pt x="143227" y="250520"/>
                  </a:cubicBezTo>
                  <a:cubicBezTo>
                    <a:pt x="121637" y="251790"/>
                    <a:pt x="86077" y="247980"/>
                    <a:pt x="64487" y="235280"/>
                  </a:cubicBezTo>
                  <a:cubicBezTo>
                    <a:pt x="42897" y="222580"/>
                    <a:pt x="21307" y="198450"/>
                    <a:pt x="11147" y="175590"/>
                  </a:cubicBezTo>
                  <a:cubicBezTo>
                    <a:pt x="987" y="151460"/>
                    <a:pt x="-1553" y="119710"/>
                    <a:pt x="4797" y="95580"/>
                  </a:cubicBezTo>
                  <a:cubicBezTo>
                    <a:pt x="11147" y="70180"/>
                    <a:pt x="27657" y="43510"/>
                    <a:pt x="47977" y="28270"/>
                  </a:cubicBezTo>
                  <a:cubicBezTo>
                    <a:pt x="68297" y="11760"/>
                    <a:pt x="101317" y="2870"/>
                    <a:pt x="122907" y="330"/>
                  </a:cubicBezTo>
                  <a:cubicBezTo>
                    <a:pt x="138147" y="-940"/>
                    <a:pt x="150847" y="1600"/>
                    <a:pt x="163547" y="5410"/>
                  </a:cubicBezTo>
                  <a:cubicBezTo>
                    <a:pt x="176247" y="9220"/>
                    <a:pt x="183867" y="11760"/>
                    <a:pt x="200377" y="24460"/>
                  </a:cubicBezTo>
                  <a:cubicBezTo>
                    <a:pt x="247367" y="61290"/>
                    <a:pt x="379447" y="230200"/>
                    <a:pt x="437867" y="311480"/>
                  </a:cubicBezTo>
                  <a:cubicBezTo>
                    <a:pt x="478507" y="366090"/>
                    <a:pt x="495017" y="410540"/>
                    <a:pt x="530577" y="454990"/>
                  </a:cubicBezTo>
                  <a:cubicBezTo>
                    <a:pt x="564867" y="499440"/>
                    <a:pt x="627097" y="541350"/>
                    <a:pt x="647417" y="575640"/>
                  </a:cubicBezTo>
                  <a:cubicBezTo>
                    <a:pt x="660117" y="595960"/>
                    <a:pt x="663927" y="612470"/>
                    <a:pt x="665197" y="631520"/>
                  </a:cubicBezTo>
                  <a:cubicBezTo>
                    <a:pt x="666467" y="650570"/>
                    <a:pt x="663927" y="672160"/>
                    <a:pt x="653767" y="689940"/>
                  </a:cubicBezTo>
                  <a:cubicBezTo>
                    <a:pt x="642337" y="711530"/>
                    <a:pt x="616937" y="740740"/>
                    <a:pt x="592807" y="752170"/>
                  </a:cubicBezTo>
                  <a:cubicBezTo>
                    <a:pt x="567407" y="762330"/>
                    <a:pt x="529307" y="762330"/>
                    <a:pt x="505177" y="757250"/>
                  </a:cubicBezTo>
                  <a:cubicBezTo>
                    <a:pt x="486127" y="752170"/>
                    <a:pt x="455647" y="726770"/>
                    <a:pt x="455647" y="72677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574905" y="895350"/>
            <a:ext cx="479107" cy="329565"/>
            <a:chOff x="0" y="0"/>
            <a:chExt cx="638810" cy="439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50800"/>
              <a:ext cx="537953" cy="337995"/>
            </a:xfrm>
            <a:custGeom>
              <a:avLst/>
              <a:gdLst/>
              <a:ahLst/>
              <a:cxnLst/>
              <a:rect r="r" b="b" t="t" l="l"/>
              <a:pathLst>
                <a:path h="337995" w="537953">
                  <a:moveTo>
                    <a:pt x="378460" y="336550"/>
                  </a:moveTo>
                  <a:cubicBezTo>
                    <a:pt x="55880" y="224790"/>
                    <a:pt x="36830" y="214630"/>
                    <a:pt x="22860" y="194310"/>
                  </a:cubicBezTo>
                  <a:cubicBezTo>
                    <a:pt x="8890" y="173990"/>
                    <a:pt x="0" y="143510"/>
                    <a:pt x="0" y="118110"/>
                  </a:cubicBezTo>
                  <a:cubicBezTo>
                    <a:pt x="1270" y="93980"/>
                    <a:pt x="16510" y="62230"/>
                    <a:pt x="27940" y="44450"/>
                  </a:cubicBezTo>
                  <a:cubicBezTo>
                    <a:pt x="36830" y="31750"/>
                    <a:pt x="44450" y="25400"/>
                    <a:pt x="58420" y="17780"/>
                  </a:cubicBezTo>
                  <a:cubicBezTo>
                    <a:pt x="77470" y="8890"/>
                    <a:pt x="114300" y="0"/>
                    <a:pt x="135890" y="0"/>
                  </a:cubicBezTo>
                  <a:cubicBezTo>
                    <a:pt x="149860" y="0"/>
                    <a:pt x="161290" y="2540"/>
                    <a:pt x="173990" y="10160"/>
                  </a:cubicBezTo>
                  <a:cubicBezTo>
                    <a:pt x="193040" y="20320"/>
                    <a:pt x="220980" y="45720"/>
                    <a:pt x="232410" y="63500"/>
                  </a:cubicBezTo>
                  <a:cubicBezTo>
                    <a:pt x="240030" y="76200"/>
                    <a:pt x="243840" y="86360"/>
                    <a:pt x="245110" y="101600"/>
                  </a:cubicBezTo>
                  <a:cubicBezTo>
                    <a:pt x="247650" y="121920"/>
                    <a:pt x="245110" y="157480"/>
                    <a:pt x="233680" y="179070"/>
                  </a:cubicBezTo>
                  <a:cubicBezTo>
                    <a:pt x="222250" y="201930"/>
                    <a:pt x="199390" y="223520"/>
                    <a:pt x="177800" y="234950"/>
                  </a:cubicBezTo>
                  <a:cubicBezTo>
                    <a:pt x="154940" y="245110"/>
                    <a:pt x="120650" y="246380"/>
                    <a:pt x="99060" y="243840"/>
                  </a:cubicBezTo>
                  <a:cubicBezTo>
                    <a:pt x="83820" y="242570"/>
                    <a:pt x="73660" y="238760"/>
                    <a:pt x="62230" y="229870"/>
                  </a:cubicBezTo>
                  <a:cubicBezTo>
                    <a:pt x="44450" y="218440"/>
                    <a:pt x="19050" y="194310"/>
                    <a:pt x="10160" y="170180"/>
                  </a:cubicBezTo>
                  <a:cubicBezTo>
                    <a:pt x="0" y="147320"/>
                    <a:pt x="0" y="113030"/>
                    <a:pt x="3810" y="91440"/>
                  </a:cubicBezTo>
                  <a:cubicBezTo>
                    <a:pt x="6350" y="77470"/>
                    <a:pt x="11430" y="67310"/>
                    <a:pt x="20320" y="55880"/>
                  </a:cubicBezTo>
                  <a:cubicBezTo>
                    <a:pt x="33020" y="39370"/>
                    <a:pt x="59690" y="15240"/>
                    <a:pt x="82550" y="6350"/>
                  </a:cubicBezTo>
                  <a:cubicBezTo>
                    <a:pt x="106680" y="-1270"/>
                    <a:pt x="127000" y="0"/>
                    <a:pt x="161290" y="5080"/>
                  </a:cubicBezTo>
                  <a:cubicBezTo>
                    <a:pt x="228600" y="16510"/>
                    <a:pt x="393700" y="71120"/>
                    <a:pt x="455930" y="105410"/>
                  </a:cubicBezTo>
                  <a:cubicBezTo>
                    <a:pt x="488950" y="123190"/>
                    <a:pt x="509270" y="137160"/>
                    <a:pt x="523240" y="160020"/>
                  </a:cubicBezTo>
                  <a:cubicBezTo>
                    <a:pt x="535940" y="182880"/>
                    <a:pt x="539750" y="220980"/>
                    <a:pt x="537210" y="245110"/>
                  </a:cubicBezTo>
                  <a:cubicBezTo>
                    <a:pt x="533400" y="265430"/>
                    <a:pt x="523240" y="283210"/>
                    <a:pt x="511810" y="298450"/>
                  </a:cubicBezTo>
                  <a:cubicBezTo>
                    <a:pt x="500380" y="312420"/>
                    <a:pt x="483870" y="326390"/>
                    <a:pt x="464820" y="332740"/>
                  </a:cubicBezTo>
                  <a:cubicBezTo>
                    <a:pt x="441960" y="341630"/>
                    <a:pt x="378460" y="336550"/>
                    <a:pt x="378460" y="33655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277850" y="437197"/>
            <a:ext cx="326708" cy="495300"/>
            <a:chOff x="0" y="0"/>
            <a:chExt cx="435610" cy="660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312" y="50248"/>
              <a:ext cx="338565" cy="561884"/>
            </a:xfrm>
            <a:custGeom>
              <a:avLst/>
              <a:gdLst/>
              <a:ahLst/>
              <a:cxnLst/>
              <a:rect r="r" b="b" t="t" l="l"/>
              <a:pathLst>
                <a:path h="561884" w="338565">
                  <a:moveTo>
                    <a:pt x="2488" y="403142"/>
                  </a:moveTo>
                  <a:cubicBezTo>
                    <a:pt x="132028" y="27222"/>
                    <a:pt x="151078" y="14522"/>
                    <a:pt x="175208" y="6902"/>
                  </a:cubicBezTo>
                  <a:cubicBezTo>
                    <a:pt x="199338" y="-1988"/>
                    <a:pt x="229818" y="-1988"/>
                    <a:pt x="253948" y="5632"/>
                  </a:cubicBezTo>
                  <a:cubicBezTo>
                    <a:pt x="278078" y="13252"/>
                    <a:pt x="304748" y="36112"/>
                    <a:pt x="317448" y="52622"/>
                  </a:cubicBezTo>
                  <a:cubicBezTo>
                    <a:pt x="327608" y="64052"/>
                    <a:pt x="331418" y="74212"/>
                    <a:pt x="335228" y="88182"/>
                  </a:cubicBezTo>
                  <a:cubicBezTo>
                    <a:pt x="339038" y="109772"/>
                    <a:pt x="340308" y="144062"/>
                    <a:pt x="331418" y="168192"/>
                  </a:cubicBezTo>
                  <a:cubicBezTo>
                    <a:pt x="322528" y="191052"/>
                    <a:pt x="302208" y="215182"/>
                    <a:pt x="280618" y="229152"/>
                  </a:cubicBezTo>
                  <a:cubicBezTo>
                    <a:pt x="260298" y="241852"/>
                    <a:pt x="228548" y="249472"/>
                    <a:pt x="204418" y="246932"/>
                  </a:cubicBezTo>
                  <a:cubicBezTo>
                    <a:pt x="179018" y="244392"/>
                    <a:pt x="148538" y="227882"/>
                    <a:pt x="132028" y="213912"/>
                  </a:cubicBezTo>
                  <a:cubicBezTo>
                    <a:pt x="120598" y="205022"/>
                    <a:pt x="112978" y="196132"/>
                    <a:pt x="107898" y="182162"/>
                  </a:cubicBezTo>
                  <a:cubicBezTo>
                    <a:pt x="99008" y="163112"/>
                    <a:pt x="90118" y="130092"/>
                    <a:pt x="93928" y="104692"/>
                  </a:cubicBezTo>
                  <a:cubicBezTo>
                    <a:pt x="97738" y="80562"/>
                    <a:pt x="111708" y="51352"/>
                    <a:pt x="129488" y="34842"/>
                  </a:cubicBezTo>
                  <a:cubicBezTo>
                    <a:pt x="147268" y="17062"/>
                    <a:pt x="176478" y="3092"/>
                    <a:pt x="200608" y="552"/>
                  </a:cubicBezTo>
                  <a:cubicBezTo>
                    <a:pt x="226008" y="-1988"/>
                    <a:pt x="256488" y="4362"/>
                    <a:pt x="278078" y="17062"/>
                  </a:cubicBezTo>
                  <a:cubicBezTo>
                    <a:pt x="299668" y="28492"/>
                    <a:pt x="321258" y="52622"/>
                    <a:pt x="330148" y="76752"/>
                  </a:cubicBezTo>
                  <a:cubicBezTo>
                    <a:pt x="340308" y="99612"/>
                    <a:pt x="340308" y="119932"/>
                    <a:pt x="335228" y="155492"/>
                  </a:cubicBezTo>
                  <a:cubicBezTo>
                    <a:pt x="327608" y="226612"/>
                    <a:pt x="261568" y="419652"/>
                    <a:pt x="233628" y="479342"/>
                  </a:cubicBezTo>
                  <a:cubicBezTo>
                    <a:pt x="222198" y="504742"/>
                    <a:pt x="217118" y="516172"/>
                    <a:pt x="203148" y="528872"/>
                  </a:cubicBezTo>
                  <a:cubicBezTo>
                    <a:pt x="189178" y="542842"/>
                    <a:pt x="172668" y="554272"/>
                    <a:pt x="152348" y="558082"/>
                  </a:cubicBezTo>
                  <a:cubicBezTo>
                    <a:pt x="128218" y="564432"/>
                    <a:pt x="90118" y="563162"/>
                    <a:pt x="65988" y="551732"/>
                  </a:cubicBezTo>
                  <a:cubicBezTo>
                    <a:pt x="41858" y="540302"/>
                    <a:pt x="16458" y="513632"/>
                    <a:pt x="6298" y="489502"/>
                  </a:cubicBezTo>
                  <a:cubicBezTo>
                    <a:pt x="-5132" y="464102"/>
                    <a:pt x="2488" y="403142"/>
                    <a:pt x="2488" y="403142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676245" y="6652260"/>
            <a:ext cx="2092642" cy="755332"/>
            <a:chOff x="0" y="0"/>
            <a:chExt cx="2790190" cy="10071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139" y="44182"/>
              <a:ext cx="2689276" cy="911204"/>
            </a:xfrm>
            <a:custGeom>
              <a:avLst/>
              <a:gdLst/>
              <a:ahLst/>
              <a:cxnLst/>
              <a:rect r="r" b="b" t="t" l="l"/>
              <a:pathLst>
                <a:path h="911204" w="2689276">
                  <a:moveTo>
                    <a:pt x="95911" y="569228"/>
                  </a:moveTo>
                  <a:cubicBezTo>
                    <a:pt x="606451" y="783858"/>
                    <a:pt x="659791" y="792748"/>
                    <a:pt x="732181" y="791478"/>
                  </a:cubicBezTo>
                  <a:cubicBezTo>
                    <a:pt x="814731" y="788938"/>
                    <a:pt x="918871" y="767348"/>
                    <a:pt x="995071" y="735598"/>
                  </a:cubicBezTo>
                  <a:cubicBezTo>
                    <a:pt x="1061111" y="708928"/>
                    <a:pt x="1124611" y="659398"/>
                    <a:pt x="1167791" y="625108"/>
                  </a:cubicBezTo>
                  <a:cubicBezTo>
                    <a:pt x="1198271" y="600978"/>
                    <a:pt x="1219861" y="583198"/>
                    <a:pt x="1238911" y="556528"/>
                  </a:cubicBezTo>
                  <a:cubicBezTo>
                    <a:pt x="1257961" y="531128"/>
                    <a:pt x="1273201" y="504458"/>
                    <a:pt x="1284631" y="468898"/>
                  </a:cubicBezTo>
                  <a:cubicBezTo>
                    <a:pt x="1299871" y="419368"/>
                    <a:pt x="1317651" y="335548"/>
                    <a:pt x="1310031" y="282208"/>
                  </a:cubicBezTo>
                  <a:cubicBezTo>
                    <a:pt x="1304951" y="239028"/>
                    <a:pt x="1279551" y="169178"/>
                    <a:pt x="1263041" y="170448"/>
                  </a:cubicBezTo>
                  <a:cubicBezTo>
                    <a:pt x="1246531" y="170448"/>
                    <a:pt x="1218591" y="266968"/>
                    <a:pt x="1209701" y="308878"/>
                  </a:cubicBezTo>
                  <a:cubicBezTo>
                    <a:pt x="1203351" y="340628"/>
                    <a:pt x="1200811" y="366028"/>
                    <a:pt x="1208431" y="397778"/>
                  </a:cubicBezTo>
                  <a:cubicBezTo>
                    <a:pt x="1218591" y="437148"/>
                    <a:pt x="1247801" y="489218"/>
                    <a:pt x="1275741" y="526048"/>
                  </a:cubicBezTo>
                  <a:cubicBezTo>
                    <a:pt x="1302411" y="560338"/>
                    <a:pt x="1326541" y="594628"/>
                    <a:pt x="1373531" y="614948"/>
                  </a:cubicBezTo>
                  <a:cubicBezTo>
                    <a:pt x="1448461" y="646698"/>
                    <a:pt x="1609751" y="641618"/>
                    <a:pt x="1708811" y="640348"/>
                  </a:cubicBezTo>
                  <a:cubicBezTo>
                    <a:pt x="1785011" y="640348"/>
                    <a:pt x="1849781" y="633998"/>
                    <a:pt x="1914551" y="621298"/>
                  </a:cubicBezTo>
                  <a:cubicBezTo>
                    <a:pt x="1976781" y="609868"/>
                    <a:pt x="2028851" y="590818"/>
                    <a:pt x="2089811" y="569228"/>
                  </a:cubicBezTo>
                  <a:cubicBezTo>
                    <a:pt x="2159661" y="545098"/>
                    <a:pt x="2252371" y="512078"/>
                    <a:pt x="2309521" y="479058"/>
                  </a:cubicBezTo>
                  <a:cubicBezTo>
                    <a:pt x="2352701" y="454928"/>
                    <a:pt x="2379371" y="430798"/>
                    <a:pt x="2411121" y="401588"/>
                  </a:cubicBezTo>
                  <a:cubicBezTo>
                    <a:pt x="2445411" y="372378"/>
                    <a:pt x="2480971" y="340628"/>
                    <a:pt x="2506371" y="302528"/>
                  </a:cubicBezTo>
                  <a:cubicBezTo>
                    <a:pt x="2531771" y="263158"/>
                    <a:pt x="2539391" y="193308"/>
                    <a:pt x="2560981" y="167908"/>
                  </a:cubicBezTo>
                  <a:cubicBezTo>
                    <a:pt x="2573681" y="153938"/>
                    <a:pt x="2587651" y="147588"/>
                    <a:pt x="2601621" y="145048"/>
                  </a:cubicBezTo>
                  <a:cubicBezTo>
                    <a:pt x="2616861" y="142508"/>
                    <a:pt x="2634641" y="143778"/>
                    <a:pt x="2648611" y="151398"/>
                  </a:cubicBezTo>
                  <a:cubicBezTo>
                    <a:pt x="2663851" y="161558"/>
                    <a:pt x="2684171" y="188228"/>
                    <a:pt x="2687981" y="207278"/>
                  </a:cubicBezTo>
                  <a:cubicBezTo>
                    <a:pt x="2691791" y="222518"/>
                    <a:pt x="2686711" y="240298"/>
                    <a:pt x="2679091" y="252998"/>
                  </a:cubicBezTo>
                  <a:cubicBezTo>
                    <a:pt x="2671471" y="265698"/>
                    <a:pt x="2658771" y="279668"/>
                    <a:pt x="2644801" y="284748"/>
                  </a:cubicBezTo>
                  <a:cubicBezTo>
                    <a:pt x="2625751" y="289828"/>
                    <a:pt x="2592731" y="289828"/>
                    <a:pt x="2576221" y="278398"/>
                  </a:cubicBezTo>
                  <a:cubicBezTo>
                    <a:pt x="2558441" y="268238"/>
                    <a:pt x="2544471" y="237758"/>
                    <a:pt x="2541931" y="218708"/>
                  </a:cubicBezTo>
                  <a:cubicBezTo>
                    <a:pt x="2540661" y="203468"/>
                    <a:pt x="2547011" y="185688"/>
                    <a:pt x="2555901" y="174258"/>
                  </a:cubicBezTo>
                  <a:cubicBezTo>
                    <a:pt x="2564791" y="161558"/>
                    <a:pt x="2580031" y="151398"/>
                    <a:pt x="2594001" y="146318"/>
                  </a:cubicBezTo>
                  <a:cubicBezTo>
                    <a:pt x="2607971" y="142508"/>
                    <a:pt x="2627021" y="143778"/>
                    <a:pt x="2640991" y="148858"/>
                  </a:cubicBezTo>
                  <a:cubicBezTo>
                    <a:pt x="2654961" y="153938"/>
                    <a:pt x="2668931" y="165368"/>
                    <a:pt x="2677821" y="178068"/>
                  </a:cubicBezTo>
                  <a:cubicBezTo>
                    <a:pt x="2685441" y="189498"/>
                    <a:pt x="2687981" y="203468"/>
                    <a:pt x="2687981" y="222518"/>
                  </a:cubicBezTo>
                  <a:cubicBezTo>
                    <a:pt x="2689251" y="255538"/>
                    <a:pt x="2686711" y="322848"/>
                    <a:pt x="2663851" y="357138"/>
                  </a:cubicBezTo>
                  <a:cubicBezTo>
                    <a:pt x="2640991" y="390158"/>
                    <a:pt x="2588921" y="399048"/>
                    <a:pt x="2553361" y="428258"/>
                  </a:cubicBezTo>
                  <a:cubicBezTo>
                    <a:pt x="2512721" y="462548"/>
                    <a:pt x="2483511" y="515888"/>
                    <a:pt x="2436521" y="550178"/>
                  </a:cubicBezTo>
                  <a:cubicBezTo>
                    <a:pt x="2385721" y="587008"/>
                    <a:pt x="2326031" y="609868"/>
                    <a:pt x="2256181" y="639078"/>
                  </a:cubicBezTo>
                  <a:cubicBezTo>
                    <a:pt x="2164741" y="677178"/>
                    <a:pt x="2028851" y="727978"/>
                    <a:pt x="1928521" y="749568"/>
                  </a:cubicBezTo>
                  <a:cubicBezTo>
                    <a:pt x="1848511" y="767348"/>
                    <a:pt x="1786281" y="771158"/>
                    <a:pt x="1705001" y="774968"/>
                  </a:cubicBezTo>
                  <a:cubicBezTo>
                    <a:pt x="1609751" y="778778"/>
                    <a:pt x="1463701" y="778778"/>
                    <a:pt x="1388771" y="766078"/>
                  </a:cubicBezTo>
                  <a:cubicBezTo>
                    <a:pt x="1345591" y="758458"/>
                    <a:pt x="1320191" y="749568"/>
                    <a:pt x="1290981" y="734328"/>
                  </a:cubicBezTo>
                  <a:cubicBezTo>
                    <a:pt x="1260501" y="719088"/>
                    <a:pt x="1235101" y="700038"/>
                    <a:pt x="1208431" y="672098"/>
                  </a:cubicBezTo>
                  <a:cubicBezTo>
                    <a:pt x="1169061" y="631458"/>
                    <a:pt x="1113181" y="555258"/>
                    <a:pt x="1089051" y="503188"/>
                  </a:cubicBezTo>
                  <a:cubicBezTo>
                    <a:pt x="1072541" y="465088"/>
                    <a:pt x="1067461" y="438418"/>
                    <a:pt x="1063651" y="396508"/>
                  </a:cubicBezTo>
                  <a:cubicBezTo>
                    <a:pt x="1057301" y="340628"/>
                    <a:pt x="1063651" y="250458"/>
                    <a:pt x="1067461" y="198388"/>
                  </a:cubicBezTo>
                  <a:cubicBezTo>
                    <a:pt x="1070001" y="164098"/>
                    <a:pt x="1070001" y="141238"/>
                    <a:pt x="1077621" y="113298"/>
                  </a:cubicBezTo>
                  <a:cubicBezTo>
                    <a:pt x="1087781" y="84088"/>
                    <a:pt x="1095401" y="45988"/>
                    <a:pt x="1122071" y="28208"/>
                  </a:cubicBezTo>
                  <a:cubicBezTo>
                    <a:pt x="1155091" y="4078"/>
                    <a:pt x="1235101" y="-8622"/>
                    <a:pt x="1278281" y="6618"/>
                  </a:cubicBezTo>
                  <a:cubicBezTo>
                    <a:pt x="1320191" y="20588"/>
                    <a:pt x="1358291" y="73928"/>
                    <a:pt x="1382421" y="108218"/>
                  </a:cubicBezTo>
                  <a:cubicBezTo>
                    <a:pt x="1401471" y="133618"/>
                    <a:pt x="1409091" y="156478"/>
                    <a:pt x="1419251" y="185688"/>
                  </a:cubicBezTo>
                  <a:cubicBezTo>
                    <a:pt x="1429411" y="217438"/>
                    <a:pt x="1438301" y="250458"/>
                    <a:pt x="1438301" y="293638"/>
                  </a:cubicBezTo>
                  <a:cubicBezTo>
                    <a:pt x="1437031" y="357138"/>
                    <a:pt x="1416711" y="465088"/>
                    <a:pt x="1392581" y="528588"/>
                  </a:cubicBezTo>
                  <a:cubicBezTo>
                    <a:pt x="1374801" y="575578"/>
                    <a:pt x="1350671" y="611138"/>
                    <a:pt x="1322731" y="645428"/>
                  </a:cubicBezTo>
                  <a:cubicBezTo>
                    <a:pt x="1296061" y="675908"/>
                    <a:pt x="1269391" y="697498"/>
                    <a:pt x="1230021" y="725438"/>
                  </a:cubicBezTo>
                  <a:cubicBezTo>
                    <a:pt x="1176681" y="764808"/>
                    <a:pt x="1100481" y="820688"/>
                    <a:pt x="1021741" y="852438"/>
                  </a:cubicBezTo>
                  <a:cubicBezTo>
                    <a:pt x="931571" y="886728"/>
                    <a:pt x="812191" y="908318"/>
                    <a:pt x="716941" y="910858"/>
                  </a:cubicBezTo>
                  <a:cubicBezTo>
                    <a:pt x="634391" y="913398"/>
                    <a:pt x="570891" y="901968"/>
                    <a:pt x="480721" y="876568"/>
                  </a:cubicBezTo>
                  <a:cubicBezTo>
                    <a:pt x="351181" y="839738"/>
                    <a:pt x="78131" y="727978"/>
                    <a:pt x="23521" y="678448"/>
                  </a:cubicBezTo>
                  <a:cubicBezTo>
                    <a:pt x="5741" y="663208"/>
                    <a:pt x="1931" y="651778"/>
                    <a:pt x="661" y="637808"/>
                  </a:cubicBezTo>
                  <a:cubicBezTo>
                    <a:pt x="-1879" y="622568"/>
                    <a:pt x="3201" y="603518"/>
                    <a:pt x="10821" y="592088"/>
                  </a:cubicBezTo>
                  <a:cubicBezTo>
                    <a:pt x="18441" y="579388"/>
                    <a:pt x="34951" y="567958"/>
                    <a:pt x="48921" y="564148"/>
                  </a:cubicBezTo>
                  <a:cubicBezTo>
                    <a:pt x="62891" y="560338"/>
                    <a:pt x="95911" y="569228"/>
                    <a:pt x="95911" y="56922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7672685" y="6477000"/>
            <a:ext cx="192405" cy="217170"/>
            <a:chOff x="0" y="0"/>
            <a:chExt cx="256540" cy="289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476" y="48536"/>
              <a:ext cx="154911" cy="192300"/>
            </a:xfrm>
            <a:custGeom>
              <a:avLst/>
              <a:gdLst/>
              <a:ahLst/>
              <a:cxnLst/>
              <a:rect r="r" b="b" t="t" l="l"/>
              <a:pathLst>
                <a:path h="192300" w="154911">
                  <a:moveTo>
                    <a:pt x="324" y="117834"/>
                  </a:moveTo>
                  <a:cubicBezTo>
                    <a:pt x="13024" y="31474"/>
                    <a:pt x="35884" y="7344"/>
                    <a:pt x="56204" y="2264"/>
                  </a:cubicBezTo>
                  <a:cubicBezTo>
                    <a:pt x="76524" y="-4086"/>
                    <a:pt x="110814" y="3534"/>
                    <a:pt x="126054" y="17504"/>
                  </a:cubicBezTo>
                  <a:cubicBezTo>
                    <a:pt x="142564" y="31474"/>
                    <a:pt x="155264" y="63224"/>
                    <a:pt x="152724" y="84814"/>
                  </a:cubicBezTo>
                  <a:cubicBezTo>
                    <a:pt x="151454" y="105134"/>
                    <a:pt x="131134" y="134344"/>
                    <a:pt x="113354" y="144504"/>
                  </a:cubicBezTo>
                  <a:cubicBezTo>
                    <a:pt x="94304" y="154664"/>
                    <a:pt x="58744" y="154664"/>
                    <a:pt x="40964" y="144504"/>
                  </a:cubicBezTo>
                  <a:cubicBezTo>
                    <a:pt x="21914" y="134344"/>
                    <a:pt x="1594" y="105134"/>
                    <a:pt x="324" y="84814"/>
                  </a:cubicBezTo>
                  <a:cubicBezTo>
                    <a:pt x="-2216" y="63224"/>
                    <a:pt x="10484" y="31474"/>
                    <a:pt x="26994" y="17504"/>
                  </a:cubicBezTo>
                  <a:cubicBezTo>
                    <a:pt x="43504" y="3534"/>
                    <a:pt x="77794" y="-1546"/>
                    <a:pt x="96844" y="2264"/>
                  </a:cubicBezTo>
                  <a:cubicBezTo>
                    <a:pt x="113354" y="4804"/>
                    <a:pt x="128594" y="17504"/>
                    <a:pt x="137484" y="28934"/>
                  </a:cubicBezTo>
                  <a:cubicBezTo>
                    <a:pt x="147644" y="41634"/>
                    <a:pt x="151454" y="58144"/>
                    <a:pt x="153994" y="75924"/>
                  </a:cubicBezTo>
                  <a:cubicBezTo>
                    <a:pt x="156534" y="98784"/>
                    <a:pt x="153994" y="133074"/>
                    <a:pt x="143834" y="153394"/>
                  </a:cubicBezTo>
                  <a:cubicBezTo>
                    <a:pt x="136214" y="168634"/>
                    <a:pt x="120974" y="183874"/>
                    <a:pt x="103194" y="188954"/>
                  </a:cubicBezTo>
                  <a:cubicBezTo>
                    <a:pt x="84144" y="195304"/>
                    <a:pt x="49854" y="192764"/>
                    <a:pt x="33344" y="180064"/>
                  </a:cubicBezTo>
                  <a:cubicBezTo>
                    <a:pt x="15564" y="168634"/>
                    <a:pt x="324" y="117834"/>
                    <a:pt x="324" y="11783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801876" y="789623"/>
            <a:ext cx="9204184" cy="18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23"/>
              </a:lnSpc>
            </a:pPr>
            <a:r>
              <a:rPr lang="en-US" sz="11412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BILANCIAMENTO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12877" y="0"/>
            <a:ext cx="9156877" cy="6276892"/>
          </a:xfrm>
          <a:custGeom>
            <a:avLst/>
            <a:gdLst/>
            <a:ahLst/>
            <a:cxnLst/>
            <a:rect r="r" b="b" t="t" l="l"/>
            <a:pathLst>
              <a:path h="6276892" w="9156877">
                <a:moveTo>
                  <a:pt x="0" y="0"/>
                </a:moveTo>
                <a:lnTo>
                  <a:pt x="9156877" y="0"/>
                </a:lnTo>
                <a:lnTo>
                  <a:pt x="9156877" y="6276892"/>
                </a:lnTo>
                <a:lnTo>
                  <a:pt x="0" y="627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13714" y="7907600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4" y="0"/>
                </a:lnTo>
                <a:lnTo>
                  <a:pt x="1482804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439515" y="-463856"/>
            <a:ext cx="3726162" cy="1802107"/>
          </a:xfrm>
          <a:custGeom>
            <a:avLst/>
            <a:gdLst/>
            <a:ahLst/>
            <a:cxnLst/>
            <a:rect r="r" b="b" t="t" l="l"/>
            <a:pathLst>
              <a:path h="1802107" w="3726162">
                <a:moveTo>
                  <a:pt x="0" y="0"/>
                </a:moveTo>
                <a:lnTo>
                  <a:pt x="3726162" y="0"/>
                </a:lnTo>
                <a:lnTo>
                  <a:pt x="3726162" y="1802107"/>
                </a:lnTo>
                <a:lnTo>
                  <a:pt x="0" y="1802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056346" y="5932489"/>
            <a:ext cx="9701849" cy="3950222"/>
          </a:xfrm>
          <a:custGeom>
            <a:avLst/>
            <a:gdLst/>
            <a:ahLst/>
            <a:cxnLst/>
            <a:rect r="r" b="b" t="t" l="l"/>
            <a:pathLst>
              <a:path h="3950222" w="9701849">
                <a:moveTo>
                  <a:pt x="0" y="0"/>
                </a:moveTo>
                <a:lnTo>
                  <a:pt x="9701849" y="0"/>
                </a:lnTo>
                <a:lnTo>
                  <a:pt x="9701849" y="3950223"/>
                </a:lnTo>
                <a:lnTo>
                  <a:pt x="0" y="3950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82888" y="6717123"/>
            <a:ext cx="2999796" cy="2999796"/>
          </a:xfrm>
          <a:custGeom>
            <a:avLst/>
            <a:gdLst/>
            <a:ahLst/>
            <a:cxnLst/>
            <a:rect r="r" b="b" t="t" l="l"/>
            <a:pathLst>
              <a:path h="2999796" w="2999796">
                <a:moveTo>
                  <a:pt x="0" y="0"/>
                </a:moveTo>
                <a:lnTo>
                  <a:pt x="2999796" y="0"/>
                </a:lnTo>
                <a:lnTo>
                  <a:pt x="2999796" y="2999797"/>
                </a:lnTo>
                <a:lnTo>
                  <a:pt x="0" y="29997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41593" y="8532012"/>
            <a:ext cx="1482804" cy="1350700"/>
          </a:xfrm>
          <a:custGeom>
            <a:avLst/>
            <a:gdLst/>
            <a:ahLst/>
            <a:cxnLst/>
            <a:rect r="r" b="b" t="t" l="l"/>
            <a:pathLst>
              <a:path h="1350700" w="1482804">
                <a:moveTo>
                  <a:pt x="0" y="0"/>
                </a:moveTo>
                <a:lnTo>
                  <a:pt x="1482803" y="0"/>
                </a:lnTo>
                <a:lnTo>
                  <a:pt x="1482803" y="1350700"/>
                </a:lnTo>
                <a:lnTo>
                  <a:pt x="0" y="135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964475" y="2845035"/>
            <a:ext cx="4122295" cy="4114800"/>
          </a:xfrm>
          <a:custGeom>
            <a:avLst/>
            <a:gdLst/>
            <a:ahLst/>
            <a:cxnLst/>
            <a:rect r="r" b="b" t="t" l="l"/>
            <a:pathLst>
              <a:path h="4114800" w="4122295">
                <a:moveTo>
                  <a:pt x="0" y="0"/>
                </a:moveTo>
                <a:lnTo>
                  <a:pt x="4122295" y="0"/>
                </a:lnTo>
                <a:lnTo>
                  <a:pt x="4122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3793" y="7935660"/>
            <a:ext cx="8706489" cy="1543050"/>
            <a:chOff x="0" y="0"/>
            <a:chExt cx="229306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3067" cy="406400"/>
            </a:xfrm>
            <a:custGeom>
              <a:avLst/>
              <a:gdLst/>
              <a:ahLst/>
              <a:cxnLst/>
              <a:rect r="r" b="b" t="t" l="l"/>
              <a:pathLst>
                <a:path h="406400" w="2293067">
                  <a:moveTo>
                    <a:pt x="45350" y="0"/>
                  </a:moveTo>
                  <a:lnTo>
                    <a:pt x="2247717" y="0"/>
                  </a:lnTo>
                  <a:cubicBezTo>
                    <a:pt x="2259745" y="0"/>
                    <a:pt x="2271280" y="4778"/>
                    <a:pt x="2279784" y="13283"/>
                  </a:cubicBezTo>
                  <a:cubicBezTo>
                    <a:pt x="2288289" y="21787"/>
                    <a:pt x="2293067" y="33322"/>
                    <a:pt x="2293067" y="45350"/>
                  </a:cubicBezTo>
                  <a:lnTo>
                    <a:pt x="2293067" y="361050"/>
                  </a:lnTo>
                  <a:cubicBezTo>
                    <a:pt x="2293067" y="386096"/>
                    <a:pt x="2272763" y="406400"/>
                    <a:pt x="2247717" y="406400"/>
                  </a:cubicBezTo>
                  <a:lnTo>
                    <a:pt x="45350" y="406400"/>
                  </a:lnTo>
                  <a:cubicBezTo>
                    <a:pt x="20304" y="406400"/>
                    <a:pt x="0" y="386096"/>
                    <a:pt x="0" y="361050"/>
                  </a:cubicBezTo>
                  <a:lnTo>
                    <a:pt x="0" y="45350"/>
                  </a:lnTo>
                  <a:cubicBezTo>
                    <a:pt x="0" y="20304"/>
                    <a:pt x="20304" y="0"/>
                    <a:pt x="45350" y="0"/>
                  </a:cubicBezTo>
                  <a:close/>
                </a:path>
              </a:pathLst>
            </a:custGeom>
            <a:solidFill>
              <a:srgbClr val="FDED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306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3377" y="4102840"/>
            <a:ext cx="5121738" cy="5375870"/>
          </a:xfrm>
          <a:custGeom>
            <a:avLst/>
            <a:gdLst/>
            <a:ahLst/>
            <a:cxnLst/>
            <a:rect r="r" b="b" t="t" l="l"/>
            <a:pathLst>
              <a:path h="5375870" w="5121738">
                <a:moveTo>
                  <a:pt x="0" y="0"/>
                </a:moveTo>
                <a:lnTo>
                  <a:pt x="5121738" y="0"/>
                </a:lnTo>
                <a:lnTo>
                  <a:pt x="5121738" y="5375870"/>
                </a:lnTo>
                <a:lnTo>
                  <a:pt x="0" y="537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543277" y="3561110"/>
            <a:ext cx="2308380" cy="3229665"/>
          </a:xfrm>
          <a:custGeom>
            <a:avLst/>
            <a:gdLst/>
            <a:ahLst/>
            <a:cxnLst/>
            <a:rect r="r" b="b" t="t" l="l"/>
            <a:pathLst>
              <a:path h="3229665" w="2308380">
                <a:moveTo>
                  <a:pt x="2308381" y="0"/>
                </a:moveTo>
                <a:lnTo>
                  <a:pt x="0" y="0"/>
                </a:lnTo>
                <a:lnTo>
                  <a:pt x="0" y="3229665"/>
                </a:lnTo>
                <a:lnTo>
                  <a:pt x="2308381" y="3229665"/>
                </a:lnTo>
                <a:lnTo>
                  <a:pt x="23083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6403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7658" y="7409525"/>
            <a:ext cx="1399128" cy="2069185"/>
          </a:xfrm>
          <a:custGeom>
            <a:avLst/>
            <a:gdLst/>
            <a:ahLst/>
            <a:cxnLst/>
            <a:rect r="r" b="b" t="t" l="l"/>
            <a:pathLst>
              <a:path h="2069185" w="1399128">
                <a:moveTo>
                  <a:pt x="0" y="0"/>
                </a:moveTo>
                <a:lnTo>
                  <a:pt x="1399128" y="0"/>
                </a:lnTo>
                <a:lnTo>
                  <a:pt x="1399128" y="2069185"/>
                </a:lnTo>
                <a:lnTo>
                  <a:pt x="0" y="2069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083" r="-15804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28354" y="180310"/>
            <a:ext cx="2830946" cy="2532410"/>
          </a:xfrm>
          <a:custGeom>
            <a:avLst/>
            <a:gdLst/>
            <a:ahLst/>
            <a:cxnLst/>
            <a:rect r="r" b="b" t="t" l="l"/>
            <a:pathLst>
              <a:path h="2532410" w="2830946">
                <a:moveTo>
                  <a:pt x="0" y="0"/>
                </a:moveTo>
                <a:lnTo>
                  <a:pt x="2830946" y="0"/>
                </a:lnTo>
                <a:lnTo>
                  <a:pt x="2830946" y="2532410"/>
                </a:lnTo>
                <a:lnTo>
                  <a:pt x="0" y="2532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6921797">
            <a:off x="-888288" y="3016746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921797">
            <a:off x="15556891" y="54782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921797">
            <a:off x="10073261" y="-5726999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96240" y="1641158"/>
            <a:ext cx="10604182" cy="1120140"/>
            <a:chOff x="0" y="0"/>
            <a:chExt cx="14138910" cy="149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934" y="40458"/>
              <a:ext cx="14041668" cy="1412603"/>
            </a:xfrm>
            <a:custGeom>
              <a:avLst/>
              <a:gdLst/>
              <a:ahLst/>
              <a:cxnLst/>
              <a:rect r="r" b="b" t="t" l="l"/>
              <a:pathLst>
                <a:path h="1412603" w="14041668">
                  <a:moveTo>
                    <a:pt x="13432386" y="1315902"/>
                  </a:moveTo>
                  <a:cubicBezTo>
                    <a:pt x="11192106" y="1277802"/>
                    <a:pt x="9030566" y="1275262"/>
                    <a:pt x="7242406" y="1290502"/>
                  </a:cubicBezTo>
                  <a:cubicBezTo>
                    <a:pt x="5202786" y="1308282"/>
                    <a:pt x="1373736" y="1451792"/>
                    <a:pt x="695556" y="1402262"/>
                  </a:cubicBezTo>
                  <a:cubicBezTo>
                    <a:pt x="569826" y="1393372"/>
                    <a:pt x="543156" y="1389562"/>
                    <a:pt x="473306" y="1365432"/>
                  </a:cubicBezTo>
                  <a:cubicBezTo>
                    <a:pt x="403456" y="1342572"/>
                    <a:pt x="333606" y="1305742"/>
                    <a:pt x="275186" y="1260022"/>
                  </a:cubicBezTo>
                  <a:cubicBezTo>
                    <a:pt x="215496" y="1215572"/>
                    <a:pt x="160886" y="1158422"/>
                    <a:pt x="120246" y="1097462"/>
                  </a:cubicBezTo>
                  <a:cubicBezTo>
                    <a:pt x="78336" y="1035232"/>
                    <a:pt x="45316" y="964112"/>
                    <a:pt x="24996" y="892992"/>
                  </a:cubicBezTo>
                  <a:cubicBezTo>
                    <a:pt x="5946" y="821872"/>
                    <a:pt x="-2944" y="743132"/>
                    <a:pt x="866" y="668202"/>
                  </a:cubicBezTo>
                  <a:cubicBezTo>
                    <a:pt x="4676" y="594542"/>
                    <a:pt x="22456" y="518342"/>
                    <a:pt x="49126" y="448492"/>
                  </a:cubicBezTo>
                  <a:cubicBezTo>
                    <a:pt x="77066" y="379912"/>
                    <a:pt x="117706" y="312602"/>
                    <a:pt x="165966" y="255452"/>
                  </a:cubicBezTo>
                  <a:cubicBezTo>
                    <a:pt x="212956" y="199572"/>
                    <a:pt x="273916" y="148772"/>
                    <a:pt x="337416" y="110672"/>
                  </a:cubicBezTo>
                  <a:cubicBezTo>
                    <a:pt x="400916" y="72572"/>
                    <a:pt x="473306" y="43362"/>
                    <a:pt x="545696" y="26852"/>
                  </a:cubicBezTo>
                  <a:cubicBezTo>
                    <a:pt x="618086" y="11612"/>
                    <a:pt x="698096" y="6532"/>
                    <a:pt x="770486" y="14152"/>
                  </a:cubicBezTo>
                  <a:cubicBezTo>
                    <a:pt x="844146" y="23042"/>
                    <a:pt x="920346" y="43362"/>
                    <a:pt x="987656" y="75112"/>
                  </a:cubicBezTo>
                  <a:cubicBezTo>
                    <a:pt x="1054966" y="105592"/>
                    <a:pt x="1121006" y="150042"/>
                    <a:pt x="1174346" y="200842"/>
                  </a:cubicBezTo>
                  <a:cubicBezTo>
                    <a:pt x="1227686" y="252912"/>
                    <a:pt x="1275946" y="315142"/>
                    <a:pt x="1310236" y="381182"/>
                  </a:cubicBezTo>
                  <a:cubicBezTo>
                    <a:pt x="1345796" y="445952"/>
                    <a:pt x="1369926" y="520882"/>
                    <a:pt x="1382626" y="594542"/>
                  </a:cubicBezTo>
                  <a:cubicBezTo>
                    <a:pt x="1394056" y="666932"/>
                    <a:pt x="1394056" y="745672"/>
                    <a:pt x="1382626" y="819332"/>
                  </a:cubicBezTo>
                  <a:cubicBezTo>
                    <a:pt x="1369926" y="891722"/>
                    <a:pt x="1345796" y="966652"/>
                    <a:pt x="1310236" y="1032692"/>
                  </a:cubicBezTo>
                  <a:cubicBezTo>
                    <a:pt x="1275946" y="1097462"/>
                    <a:pt x="1227686" y="1160962"/>
                    <a:pt x="1174346" y="1211762"/>
                  </a:cubicBezTo>
                  <a:cubicBezTo>
                    <a:pt x="1121006" y="1262562"/>
                    <a:pt x="1054966" y="1307012"/>
                    <a:pt x="987656" y="1337492"/>
                  </a:cubicBezTo>
                  <a:cubicBezTo>
                    <a:pt x="920346" y="1369242"/>
                    <a:pt x="844146" y="1390832"/>
                    <a:pt x="770486" y="1398452"/>
                  </a:cubicBezTo>
                  <a:cubicBezTo>
                    <a:pt x="696826" y="1406072"/>
                    <a:pt x="618086" y="1402262"/>
                    <a:pt x="545696" y="1385752"/>
                  </a:cubicBezTo>
                  <a:cubicBezTo>
                    <a:pt x="473306" y="1370512"/>
                    <a:pt x="400916" y="1341302"/>
                    <a:pt x="337416" y="1303202"/>
                  </a:cubicBezTo>
                  <a:cubicBezTo>
                    <a:pt x="273916" y="1265102"/>
                    <a:pt x="212956" y="1213032"/>
                    <a:pt x="165966" y="1157152"/>
                  </a:cubicBezTo>
                  <a:cubicBezTo>
                    <a:pt x="117706" y="1100002"/>
                    <a:pt x="77066" y="1032692"/>
                    <a:pt x="49126" y="964112"/>
                  </a:cubicBezTo>
                  <a:cubicBezTo>
                    <a:pt x="22456" y="895532"/>
                    <a:pt x="4676" y="818062"/>
                    <a:pt x="866" y="744402"/>
                  </a:cubicBezTo>
                  <a:cubicBezTo>
                    <a:pt x="-2944" y="669472"/>
                    <a:pt x="5946" y="592002"/>
                    <a:pt x="24996" y="519612"/>
                  </a:cubicBezTo>
                  <a:cubicBezTo>
                    <a:pt x="45316" y="448492"/>
                    <a:pt x="78336" y="377372"/>
                    <a:pt x="120246" y="316412"/>
                  </a:cubicBezTo>
                  <a:cubicBezTo>
                    <a:pt x="162156" y="254182"/>
                    <a:pt x="215496" y="197032"/>
                    <a:pt x="275186" y="152582"/>
                  </a:cubicBezTo>
                  <a:cubicBezTo>
                    <a:pt x="333606" y="108132"/>
                    <a:pt x="403456" y="71302"/>
                    <a:pt x="473306" y="47172"/>
                  </a:cubicBezTo>
                  <a:cubicBezTo>
                    <a:pt x="544426" y="23042"/>
                    <a:pt x="569826" y="19232"/>
                    <a:pt x="695556" y="10342"/>
                  </a:cubicBezTo>
                  <a:cubicBezTo>
                    <a:pt x="1373736" y="-39188"/>
                    <a:pt x="5202786" y="104322"/>
                    <a:pt x="7242406" y="122102"/>
                  </a:cubicBezTo>
                  <a:cubicBezTo>
                    <a:pt x="9030566" y="137342"/>
                    <a:pt x="11192106" y="134802"/>
                    <a:pt x="12279226" y="123372"/>
                  </a:cubicBezTo>
                  <a:cubicBezTo>
                    <a:pt x="12798656" y="117022"/>
                    <a:pt x="13230455" y="87812"/>
                    <a:pt x="13432386" y="96702"/>
                  </a:cubicBezTo>
                  <a:cubicBezTo>
                    <a:pt x="13504777" y="100512"/>
                    <a:pt x="13531446" y="103052"/>
                    <a:pt x="13578436" y="114482"/>
                  </a:cubicBezTo>
                  <a:cubicBezTo>
                    <a:pt x="13625427" y="125912"/>
                    <a:pt x="13672416" y="144962"/>
                    <a:pt x="13715596" y="166552"/>
                  </a:cubicBezTo>
                  <a:cubicBezTo>
                    <a:pt x="13758777" y="189412"/>
                    <a:pt x="13800686" y="218622"/>
                    <a:pt x="13836246" y="250372"/>
                  </a:cubicBezTo>
                  <a:cubicBezTo>
                    <a:pt x="13873077" y="282122"/>
                    <a:pt x="13906096" y="320222"/>
                    <a:pt x="13934036" y="360862"/>
                  </a:cubicBezTo>
                  <a:cubicBezTo>
                    <a:pt x="13961977" y="400232"/>
                    <a:pt x="13984836" y="444682"/>
                    <a:pt x="14002616" y="490402"/>
                  </a:cubicBezTo>
                  <a:cubicBezTo>
                    <a:pt x="14019127" y="536122"/>
                    <a:pt x="14031827" y="584382"/>
                    <a:pt x="14036905" y="632642"/>
                  </a:cubicBezTo>
                  <a:cubicBezTo>
                    <a:pt x="14043255" y="680902"/>
                    <a:pt x="14043255" y="731702"/>
                    <a:pt x="14036905" y="779962"/>
                  </a:cubicBezTo>
                  <a:cubicBezTo>
                    <a:pt x="14031827" y="828222"/>
                    <a:pt x="14019127" y="877752"/>
                    <a:pt x="14002616" y="922202"/>
                  </a:cubicBezTo>
                  <a:cubicBezTo>
                    <a:pt x="13984836" y="967922"/>
                    <a:pt x="13961977" y="1012372"/>
                    <a:pt x="13934036" y="1053012"/>
                  </a:cubicBezTo>
                  <a:cubicBezTo>
                    <a:pt x="13906096" y="1092382"/>
                    <a:pt x="13873077" y="1130482"/>
                    <a:pt x="13836246" y="1162232"/>
                  </a:cubicBezTo>
                  <a:cubicBezTo>
                    <a:pt x="13800686" y="1195252"/>
                    <a:pt x="13758777" y="1223192"/>
                    <a:pt x="13715596" y="1246052"/>
                  </a:cubicBezTo>
                  <a:cubicBezTo>
                    <a:pt x="13672416" y="1268912"/>
                    <a:pt x="13625427" y="1286692"/>
                    <a:pt x="13578436" y="1298122"/>
                  </a:cubicBezTo>
                  <a:cubicBezTo>
                    <a:pt x="13531446" y="1309552"/>
                    <a:pt x="13432386" y="1315902"/>
                    <a:pt x="13432386" y="1315902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68902" y="495300"/>
            <a:ext cx="567690" cy="587693"/>
            <a:chOff x="0" y="0"/>
            <a:chExt cx="756920" cy="7835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48954"/>
              <a:ext cx="656326" cy="687569"/>
            </a:xfrm>
            <a:custGeom>
              <a:avLst/>
              <a:gdLst/>
              <a:ahLst/>
              <a:cxnLst/>
              <a:rect r="r" b="b" t="t" l="l"/>
              <a:pathLst>
                <a:path h="687569" w="656326">
                  <a:moveTo>
                    <a:pt x="33020" y="486986"/>
                  </a:moveTo>
                  <a:cubicBezTo>
                    <a:pt x="387350" y="125036"/>
                    <a:pt x="424180" y="57726"/>
                    <a:pt x="453390" y="31056"/>
                  </a:cubicBezTo>
                  <a:cubicBezTo>
                    <a:pt x="466090" y="19626"/>
                    <a:pt x="472440" y="14546"/>
                    <a:pt x="486410" y="9466"/>
                  </a:cubicBezTo>
                  <a:cubicBezTo>
                    <a:pt x="505460" y="3116"/>
                    <a:pt x="538480" y="-3234"/>
                    <a:pt x="562610" y="1846"/>
                  </a:cubicBezTo>
                  <a:cubicBezTo>
                    <a:pt x="586740" y="6926"/>
                    <a:pt x="613410" y="27246"/>
                    <a:pt x="628650" y="41216"/>
                  </a:cubicBezTo>
                  <a:cubicBezTo>
                    <a:pt x="638810" y="52646"/>
                    <a:pt x="643890" y="61536"/>
                    <a:pt x="648970" y="75506"/>
                  </a:cubicBezTo>
                  <a:cubicBezTo>
                    <a:pt x="654050" y="95826"/>
                    <a:pt x="659130" y="128846"/>
                    <a:pt x="652780" y="152976"/>
                  </a:cubicBezTo>
                  <a:cubicBezTo>
                    <a:pt x="645160" y="175836"/>
                    <a:pt x="628650" y="201236"/>
                    <a:pt x="608330" y="216476"/>
                  </a:cubicBezTo>
                  <a:cubicBezTo>
                    <a:pt x="589280" y="230446"/>
                    <a:pt x="556260" y="239336"/>
                    <a:pt x="535940" y="240606"/>
                  </a:cubicBezTo>
                  <a:cubicBezTo>
                    <a:pt x="520700" y="241876"/>
                    <a:pt x="510540" y="239336"/>
                    <a:pt x="496570" y="234256"/>
                  </a:cubicBezTo>
                  <a:cubicBezTo>
                    <a:pt x="477520" y="225366"/>
                    <a:pt x="448310" y="202506"/>
                    <a:pt x="435610" y="187266"/>
                  </a:cubicBezTo>
                  <a:cubicBezTo>
                    <a:pt x="426720" y="175836"/>
                    <a:pt x="421640" y="165676"/>
                    <a:pt x="419100" y="151706"/>
                  </a:cubicBezTo>
                  <a:cubicBezTo>
                    <a:pt x="415290" y="131386"/>
                    <a:pt x="415290" y="97096"/>
                    <a:pt x="424180" y="74236"/>
                  </a:cubicBezTo>
                  <a:cubicBezTo>
                    <a:pt x="433070" y="51376"/>
                    <a:pt x="457200" y="27246"/>
                    <a:pt x="473710" y="15816"/>
                  </a:cubicBezTo>
                  <a:cubicBezTo>
                    <a:pt x="486410" y="6926"/>
                    <a:pt x="496570" y="3116"/>
                    <a:pt x="510540" y="1846"/>
                  </a:cubicBezTo>
                  <a:cubicBezTo>
                    <a:pt x="530860" y="-1964"/>
                    <a:pt x="567690" y="3116"/>
                    <a:pt x="588010" y="9466"/>
                  </a:cubicBezTo>
                  <a:cubicBezTo>
                    <a:pt x="600710" y="15816"/>
                    <a:pt x="610870" y="23436"/>
                    <a:pt x="619760" y="32326"/>
                  </a:cubicBezTo>
                  <a:cubicBezTo>
                    <a:pt x="628650" y="41216"/>
                    <a:pt x="637540" y="50106"/>
                    <a:pt x="642620" y="64076"/>
                  </a:cubicBezTo>
                  <a:cubicBezTo>
                    <a:pt x="651510" y="83126"/>
                    <a:pt x="659130" y="113606"/>
                    <a:pt x="655320" y="140276"/>
                  </a:cubicBezTo>
                  <a:cubicBezTo>
                    <a:pt x="650240" y="172026"/>
                    <a:pt x="624840" y="207586"/>
                    <a:pt x="600710" y="240606"/>
                  </a:cubicBezTo>
                  <a:cubicBezTo>
                    <a:pt x="572770" y="279976"/>
                    <a:pt x="537210" y="309186"/>
                    <a:pt x="492760" y="356176"/>
                  </a:cubicBezTo>
                  <a:cubicBezTo>
                    <a:pt x="420370" y="432376"/>
                    <a:pt x="266700" y="605096"/>
                    <a:pt x="209550" y="652086"/>
                  </a:cubicBezTo>
                  <a:cubicBezTo>
                    <a:pt x="187960" y="669866"/>
                    <a:pt x="180340" y="677486"/>
                    <a:pt x="161290" y="682566"/>
                  </a:cubicBezTo>
                  <a:cubicBezTo>
                    <a:pt x="137160" y="690186"/>
                    <a:pt x="97790" y="688916"/>
                    <a:pt x="74930" y="680026"/>
                  </a:cubicBezTo>
                  <a:cubicBezTo>
                    <a:pt x="55880" y="673676"/>
                    <a:pt x="40640" y="662246"/>
                    <a:pt x="27940" y="647006"/>
                  </a:cubicBezTo>
                  <a:cubicBezTo>
                    <a:pt x="13970" y="626686"/>
                    <a:pt x="0" y="592396"/>
                    <a:pt x="0" y="565726"/>
                  </a:cubicBezTo>
                  <a:cubicBezTo>
                    <a:pt x="1270" y="539056"/>
                    <a:pt x="33020" y="486986"/>
                    <a:pt x="33020" y="486986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995535" y="478155"/>
            <a:ext cx="260985" cy="441007"/>
            <a:chOff x="0" y="0"/>
            <a:chExt cx="347980" cy="588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132" y="50712"/>
              <a:ext cx="254247" cy="487654"/>
            </a:xfrm>
            <a:custGeom>
              <a:avLst/>
              <a:gdLst/>
              <a:ahLst/>
              <a:cxnLst/>
              <a:rect r="r" b="b" t="t" l="l"/>
              <a:pathLst>
                <a:path h="487654" w="254247">
                  <a:moveTo>
                    <a:pt x="2938" y="365848"/>
                  </a:moveTo>
                  <a:cubicBezTo>
                    <a:pt x="6748" y="90258"/>
                    <a:pt x="14368" y="66128"/>
                    <a:pt x="25798" y="48348"/>
                  </a:cubicBezTo>
                  <a:cubicBezTo>
                    <a:pt x="34688" y="35648"/>
                    <a:pt x="42308" y="29298"/>
                    <a:pt x="55008" y="21678"/>
                  </a:cubicBezTo>
                  <a:cubicBezTo>
                    <a:pt x="74058" y="11518"/>
                    <a:pt x="105808" y="-1182"/>
                    <a:pt x="131208" y="88"/>
                  </a:cubicBezTo>
                  <a:cubicBezTo>
                    <a:pt x="155338" y="1358"/>
                    <a:pt x="187088" y="17868"/>
                    <a:pt x="203598" y="29298"/>
                  </a:cubicBezTo>
                  <a:cubicBezTo>
                    <a:pt x="216298" y="38188"/>
                    <a:pt x="222648" y="47078"/>
                    <a:pt x="228998" y="59778"/>
                  </a:cubicBezTo>
                  <a:cubicBezTo>
                    <a:pt x="239158" y="78828"/>
                    <a:pt x="246778" y="115658"/>
                    <a:pt x="246778" y="137248"/>
                  </a:cubicBezTo>
                  <a:cubicBezTo>
                    <a:pt x="245508" y="151218"/>
                    <a:pt x="242968" y="161378"/>
                    <a:pt x="235348" y="175348"/>
                  </a:cubicBezTo>
                  <a:cubicBezTo>
                    <a:pt x="225188" y="193128"/>
                    <a:pt x="199788" y="221068"/>
                    <a:pt x="182008" y="232498"/>
                  </a:cubicBezTo>
                  <a:cubicBezTo>
                    <a:pt x="169308" y="240118"/>
                    <a:pt x="159148" y="243928"/>
                    <a:pt x="143908" y="245198"/>
                  </a:cubicBezTo>
                  <a:cubicBezTo>
                    <a:pt x="123588" y="246468"/>
                    <a:pt x="85488" y="240118"/>
                    <a:pt x="66438" y="232498"/>
                  </a:cubicBezTo>
                  <a:cubicBezTo>
                    <a:pt x="52468" y="226148"/>
                    <a:pt x="44848" y="219798"/>
                    <a:pt x="34688" y="208368"/>
                  </a:cubicBezTo>
                  <a:cubicBezTo>
                    <a:pt x="21988" y="191858"/>
                    <a:pt x="5478" y="157568"/>
                    <a:pt x="1668" y="135978"/>
                  </a:cubicBezTo>
                  <a:cubicBezTo>
                    <a:pt x="-872" y="122008"/>
                    <a:pt x="-872" y="111848"/>
                    <a:pt x="4208" y="96608"/>
                  </a:cubicBezTo>
                  <a:cubicBezTo>
                    <a:pt x="10558" y="76288"/>
                    <a:pt x="29608" y="44538"/>
                    <a:pt x="44848" y="29298"/>
                  </a:cubicBezTo>
                  <a:cubicBezTo>
                    <a:pt x="55008" y="19138"/>
                    <a:pt x="63898" y="14058"/>
                    <a:pt x="79138" y="8978"/>
                  </a:cubicBezTo>
                  <a:cubicBezTo>
                    <a:pt x="99458" y="2628"/>
                    <a:pt x="133748" y="-1182"/>
                    <a:pt x="156608" y="5168"/>
                  </a:cubicBezTo>
                  <a:cubicBezTo>
                    <a:pt x="180738" y="11518"/>
                    <a:pt x="207408" y="29298"/>
                    <a:pt x="222648" y="48348"/>
                  </a:cubicBezTo>
                  <a:cubicBezTo>
                    <a:pt x="236618" y="68668"/>
                    <a:pt x="241698" y="90258"/>
                    <a:pt x="246778" y="123278"/>
                  </a:cubicBezTo>
                  <a:cubicBezTo>
                    <a:pt x="256938" y="180428"/>
                    <a:pt x="256938" y="307428"/>
                    <a:pt x="245508" y="365848"/>
                  </a:cubicBezTo>
                  <a:cubicBezTo>
                    <a:pt x="239158" y="400138"/>
                    <a:pt x="232808" y="425538"/>
                    <a:pt x="215028" y="445858"/>
                  </a:cubicBezTo>
                  <a:cubicBezTo>
                    <a:pt x="197248" y="466178"/>
                    <a:pt x="162958" y="481418"/>
                    <a:pt x="138828" y="486498"/>
                  </a:cubicBezTo>
                  <a:cubicBezTo>
                    <a:pt x="118508" y="489038"/>
                    <a:pt x="99458" y="487768"/>
                    <a:pt x="81678" y="478878"/>
                  </a:cubicBezTo>
                  <a:cubicBezTo>
                    <a:pt x="58818" y="468718"/>
                    <a:pt x="29608" y="443318"/>
                    <a:pt x="16908" y="421728"/>
                  </a:cubicBezTo>
                  <a:cubicBezTo>
                    <a:pt x="5478" y="403948"/>
                    <a:pt x="2938" y="365848"/>
                    <a:pt x="2938" y="365848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8443" y="1035368"/>
            <a:ext cx="480060" cy="310515"/>
            <a:chOff x="0" y="0"/>
            <a:chExt cx="640080" cy="4140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79" y="50800"/>
              <a:ext cx="539087" cy="311912"/>
            </a:xfrm>
            <a:custGeom>
              <a:avLst/>
              <a:gdLst/>
              <a:ahLst/>
              <a:cxnLst/>
              <a:rect r="r" b="b" t="t" l="l"/>
              <a:pathLst>
                <a:path h="311912" w="539087">
                  <a:moveTo>
                    <a:pt x="94101" y="73660"/>
                  </a:moveTo>
                  <a:cubicBezTo>
                    <a:pt x="414141" y="1270"/>
                    <a:pt x="435731" y="-1270"/>
                    <a:pt x="458591" y="7620"/>
                  </a:cubicBezTo>
                  <a:cubicBezTo>
                    <a:pt x="482721" y="16510"/>
                    <a:pt x="506851" y="36830"/>
                    <a:pt x="520821" y="58420"/>
                  </a:cubicBezTo>
                  <a:cubicBezTo>
                    <a:pt x="533521" y="78740"/>
                    <a:pt x="541141" y="110490"/>
                    <a:pt x="538601" y="134620"/>
                  </a:cubicBezTo>
                  <a:cubicBezTo>
                    <a:pt x="536061" y="160020"/>
                    <a:pt x="523361" y="189230"/>
                    <a:pt x="506851" y="207010"/>
                  </a:cubicBezTo>
                  <a:cubicBezTo>
                    <a:pt x="490341" y="226060"/>
                    <a:pt x="458591" y="240030"/>
                    <a:pt x="437001" y="245110"/>
                  </a:cubicBezTo>
                  <a:cubicBezTo>
                    <a:pt x="423031" y="250190"/>
                    <a:pt x="411601" y="250190"/>
                    <a:pt x="397631" y="246380"/>
                  </a:cubicBezTo>
                  <a:cubicBezTo>
                    <a:pt x="377311" y="241300"/>
                    <a:pt x="344291" y="228600"/>
                    <a:pt x="326511" y="210820"/>
                  </a:cubicBezTo>
                  <a:cubicBezTo>
                    <a:pt x="310001" y="193040"/>
                    <a:pt x="297301" y="160020"/>
                    <a:pt x="292221" y="139700"/>
                  </a:cubicBezTo>
                  <a:cubicBezTo>
                    <a:pt x="289681" y="124460"/>
                    <a:pt x="289681" y="114300"/>
                    <a:pt x="293491" y="99060"/>
                  </a:cubicBezTo>
                  <a:cubicBezTo>
                    <a:pt x="299841" y="78740"/>
                    <a:pt x="318891" y="45720"/>
                    <a:pt x="334131" y="30480"/>
                  </a:cubicBezTo>
                  <a:cubicBezTo>
                    <a:pt x="344291" y="20320"/>
                    <a:pt x="355721" y="13970"/>
                    <a:pt x="367151" y="8890"/>
                  </a:cubicBezTo>
                  <a:cubicBezTo>
                    <a:pt x="379851" y="3810"/>
                    <a:pt x="391281" y="0"/>
                    <a:pt x="406521" y="0"/>
                  </a:cubicBezTo>
                  <a:cubicBezTo>
                    <a:pt x="428111" y="0"/>
                    <a:pt x="462401" y="6350"/>
                    <a:pt x="482721" y="20320"/>
                  </a:cubicBezTo>
                  <a:cubicBezTo>
                    <a:pt x="504311" y="34290"/>
                    <a:pt x="523361" y="58420"/>
                    <a:pt x="532251" y="82550"/>
                  </a:cubicBezTo>
                  <a:cubicBezTo>
                    <a:pt x="539871" y="105410"/>
                    <a:pt x="541141" y="137160"/>
                    <a:pt x="533521" y="161290"/>
                  </a:cubicBezTo>
                  <a:cubicBezTo>
                    <a:pt x="525901" y="185420"/>
                    <a:pt x="506851" y="209550"/>
                    <a:pt x="486531" y="224790"/>
                  </a:cubicBezTo>
                  <a:cubicBezTo>
                    <a:pt x="466211" y="240030"/>
                    <a:pt x="444621" y="243840"/>
                    <a:pt x="411601" y="252730"/>
                  </a:cubicBezTo>
                  <a:cubicBezTo>
                    <a:pt x="351911" y="270510"/>
                    <a:pt x="212211" y="308610"/>
                    <a:pt x="148711" y="311150"/>
                  </a:cubicBezTo>
                  <a:cubicBezTo>
                    <a:pt x="113151" y="313690"/>
                    <a:pt x="85211" y="309880"/>
                    <a:pt x="63621" y="299720"/>
                  </a:cubicBezTo>
                  <a:cubicBezTo>
                    <a:pt x="44571" y="290830"/>
                    <a:pt x="30601" y="278130"/>
                    <a:pt x="20441" y="260350"/>
                  </a:cubicBezTo>
                  <a:cubicBezTo>
                    <a:pt x="7741" y="238760"/>
                    <a:pt x="-1149" y="200660"/>
                    <a:pt x="121" y="176530"/>
                  </a:cubicBezTo>
                  <a:cubicBezTo>
                    <a:pt x="2661" y="156210"/>
                    <a:pt x="9011" y="138430"/>
                    <a:pt x="21711" y="121920"/>
                  </a:cubicBezTo>
                  <a:cubicBezTo>
                    <a:pt x="38221" y="102870"/>
                    <a:pt x="94101" y="73660"/>
                    <a:pt x="94101" y="7366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-1536882">
            <a:off x="16026689" y="6652943"/>
            <a:ext cx="1702787" cy="4114800"/>
          </a:xfrm>
          <a:custGeom>
            <a:avLst/>
            <a:gdLst/>
            <a:ahLst/>
            <a:cxnLst/>
            <a:rect r="r" b="b" t="t" l="l"/>
            <a:pathLst>
              <a:path h="4114800" w="1702787">
                <a:moveTo>
                  <a:pt x="0" y="0"/>
                </a:moveTo>
                <a:lnTo>
                  <a:pt x="1702787" y="0"/>
                </a:lnTo>
                <a:lnTo>
                  <a:pt x="1702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5833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2389168" y="2523172"/>
            <a:ext cx="184785" cy="189548"/>
            <a:chOff x="0" y="0"/>
            <a:chExt cx="246380" cy="2527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7065" y="50800"/>
              <a:ext cx="145975" cy="152319"/>
            </a:xfrm>
            <a:custGeom>
              <a:avLst/>
              <a:gdLst/>
              <a:ahLst/>
              <a:cxnLst/>
              <a:rect r="r" b="b" t="t" l="l"/>
              <a:pathLst>
                <a:path h="152319" w="145975">
                  <a:moveTo>
                    <a:pt x="145975" y="53340"/>
                  </a:moveTo>
                  <a:cubicBezTo>
                    <a:pt x="143435" y="106680"/>
                    <a:pt x="120575" y="135890"/>
                    <a:pt x="105335" y="144780"/>
                  </a:cubicBezTo>
                  <a:cubicBezTo>
                    <a:pt x="93905" y="152400"/>
                    <a:pt x="82475" y="153670"/>
                    <a:pt x="68505" y="151130"/>
                  </a:cubicBezTo>
                  <a:cubicBezTo>
                    <a:pt x="50725" y="148590"/>
                    <a:pt x="18975" y="133350"/>
                    <a:pt x="8815" y="114300"/>
                  </a:cubicBezTo>
                  <a:cubicBezTo>
                    <a:pt x="-2615" y="96520"/>
                    <a:pt x="-1345" y="62230"/>
                    <a:pt x="3735" y="44450"/>
                  </a:cubicBezTo>
                  <a:cubicBezTo>
                    <a:pt x="7545" y="31750"/>
                    <a:pt x="17705" y="22860"/>
                    <a:pt x="26595" y="15240"/>
                  </a:cubicBezTo>
                  <a:cubicBezTo>
                    <a:pt x="35485" y="7620"/>
                    <a:pt x="46915" y="1270"/>
                    <a:pt x="59615" y="0"/>
                  </a:cubicBezTo>
                  <a:cubicBezTo>
                    <a:pt x="78665" y="0"/>
                    <a:pt x="126925" y="21590"/>
                    <a:pt x="126925" y="21590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650129" y="5628179"/>
            <a:ext cx="2951798" cy="502920"/>
            <a:chOff x="0" y="0"/>
            <a:chExt cx="3935730" cy="670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7943" y="45414"/>
              <a:ext cx="3837228" cy="599434"/>
            </a:xfrm>
            <a:custGeom>
              <a:avLst/>
              <a:gdLst/>
              <a:ahLst/>
              <a:cxnLst/>
              <a:rect r="r" b="b" t="t" l="l"/>
              <a:pathLst>
                <a:path h="599434" w="3837228">
                  <a:moveTo>
                    <a:pt x="263207" y="26976"/>
                  </a:moveTo>
                  <a:cubicBezTo>
                    <a:pt x="1530667" y="34596"/>
                    <a:pt x="3280727" y="-16204"/>
                    <a:pt x="3553777" y="5386"/>
                  </a:cubicBezTo>
                  <a:cubicBezTo>
                    <a:pt x="3604577" y="9196"/>
                    <a:pt x="3614737" y="10466"/>
                    <a:pt x="3643947" y="19356"/>
                  </a:cubicBezTo>
                  <a:cubicBezTo>
                    <a:pt x="3673157" y="29516"/>
                    <a:pt x="3701097" y="44756"/>
                    <a:pt x="3725227" y="62536"/>
                  </a:cubicBezTo>
                  <a:cubicBezTo>
                    <a:pt x="3749357" y="81586"/>
                    <a:pt x="3770947" y="104446"/>
                    <a:pt x="3788727" y="129846"/>
                  </a:cubicBezTo>
                  <a:cubicBezTo>
                    <a:pt x="3805237" y="155246"/>
                    <a:pt x="3819207" y="184456"/>
                    <a:pt x="3826827" y="212396"/>
                  </a:cubicBezTo>
                  <a:cubicBezTo>
                    <a:pt x="3834447" y="241606"/>
                    <a:pt x="3838257" y="274626"/>
                    <a:pt x="3836987" y="303836"/>
                  </a:cubicBezTo>
                  <a:cubicBezTo>
                    <a:pt x="3835717" y="334316"/>
                    <a:pt x="3828097" y="366066"/>
                    <a:pt x="3816667" y="394006"/>
                  </a:cubicBezTo>
                  <a:cubicBezTo>
                    <a:pt x="3805237" y="421946"/>
                    <a:pt x="3788727" y="449886"/>
                    <a:pt x="3769677" y="472746"/>
                  </a:cubicBezTo>
                  <a:cubicBezTo>
                    <a:pt x="3750627" y="495606"/>
                    <a:pt x="3725227" y="517196"/>
                    <a:pt x="3699827" y="532436"/>
                  </a:cubicBezTo>
                  <a:cubicBezTo>
                    <a:pt x="3673157" y="547676"/>
                    <a:pt x="3643947" y="559106"/>
                    <a:pt x="3614737" y="566726"/>
                  </a:cubicBezTo>
                  <a:cubicBezTo>
                    <a:pt x="3584257" y="573076"/>
                    <a:pt x="3552507" y="574346"/>
                    <a:pt x="3522027" y="571806"/>
                  </a:cubicBezTo>
                  <a:cubicBezTo>
                    <a:pt x="3492817" y="567996"/>
                    <a:pt x="3461067" y="559106"/>
                    <a:pt x="3434397" y="546406"/>
                  </a:cubicBezTo>
                  <a:cubicBezTo>
                    <a:pt x="3406457" y="533706"/>
                    <a:pt x="3379787" y="515926"/>
                    <a:pt x="3358197" y="495606"/>
                  </a:cubicBezTo>
                  <a:cubicBezTo>
                    <a:pt x="3336607" y="474016"/>
                    <a:pt x="3316287" y="448616"/>
                    <a:pt x="3302317" y="421946"/>
                  </a:cubicBezTo>
                  <a:cubicBezTo>
                    <a:pt x="3288347" y="395276"/>
                    <a:pt x="3278187" y="364796"/>
                    <a:pt x="3273107" y="334316"/>
                  </a:cubicBezTo>
                  <a:cubicBezTo>
                    <a:pt x="3268027" y="305106"/>
                    <a:pt x="3268027" y="273356"/>
                    <a:pt x="3273107" y="242876"/>
                  </a:cubicBezTo>
                  <a:cubicBezTo>
                    <a:pt x="3278187" y="213666"/>
                    <a:pt x="3288347" y="183186"/>
                    <a:pt x="3302317" y="156516"/>
                  </a:cubicBezTo>
                  <a:cubicBezTo>
                    <a:pt x="3316287" y="129846"/>
                    <a:pt x="3336607" y="103176"/>
                    <a:pt x="3358197" y="82856"/>
                  </a:cubicBezTo>
                  <a:cubicBezTo>
                    <a:pt x="3379787" y="62536"/>
                    <a:pt x="3406457" y="43486"/>
                    <a:pt x="3434397" y="30786"/>
                  </a:cubicBezTo>
                  <a:cubicBezTo>
                    <a:pt x="3461067" y="18086"/>
                    <a:pt x="3492817" y="10466"/>
                    <a:pt x="3522027" y="6656"/>
                  </a:cubicBezTo>
                  <a:cubicBezTo>
                    <a:pt x="3552507" y="2846"/>
                    <a:pt x="3584257" y="5386"/>
                    <a:pt x="3614737" y="11736"/>
                  </a:cubicBezTo>
                  <a:cubicBezTo>
                    <a:pt x="3643947" y="18086"/>
                    <a:pt x="3674427" y="29516"/>
                    <a:pt x="3699827" y="46026"/>
                  </a:cubicBezTo>
                  <a:cubicBezTo>
                    <a:pt x="3725227" y="61266"/>
                    <a:pt x="3750627" y="81586"/>
                    <a:pt x="3769677" y="105716"/>
                  </a:cubicBezTo>
                  <a:cubicBezTo>
                    <a:pt x="3788727" y="128576"/>
                    <a:pt x="3806507" y="155246"/>
                    <a:pt x="3816667" y="184456"/>
                  </a:cubicBezTo>
                  <a:cubicBezTo>
                    <a:pt x="3828097" y="212396"/>
                    <a:pt x="3835717" y="242876"/>
                    <a:pt x="3836987" y="273356"/>
                  </a:cubicBezTo>
                  <a:cubicBezTo>
                    <a:pt x="3838257" y="303836"/>
                    <a:pt x="3834447" y="335586"/>
                    <a:pt x="3826827" y="364796"/>
                  </a:cubicBezTo>
                  <a:cubicBezTo>
                    <a:pt x="3819207" y="394006"/>
                    <a:pt x="3805237" y="423216"/>
                    <a:pt x="3788727" y="448616"/>
                  </a:cubicBezTo>
                  <a:cubicBezTo>
                    <a:pt x="3770947" y="472746"/>
                    <a:pt x="3749357" y="496876"/>
                    <a:pt x="3725227" y="514656"/>
                  </a:cubicBezTo>
                  <a:cubicBezTo>
                    <a:pt x="3701097" y="533706"/>
                    <a:pt x="3671887" y="548946"/>
                    <a:pt x="3643947" y="557836"/>
                  </a:cubicBezTo>
                  <a:cubicBezTo>
                    <a:pt x="3614737" y="567996"/>
                    <a:pt x="3605847" y="569266"/>
                    <a:pt x="3553777" y="573076"/>
                  </a:cubicBezTo>
                  <a:cubicBezTo>
                    <a:pt x="3237547" y="597206"/>
                    <a:pt x="542607" y="628956"/>
                    <a:pt x="200977" y="543866"/>
                  </a:cubicBezTo>
                  <a:cubicBezTo>
                    <a:pt x="134937" y="527356"/>
                    <a:pt x="115887" y="505766"/>
                    <a:pt x="89217" y="485446"/>
                  </a:cubicBezTo>
                  <a:cubicBezTo>
                    <a:pt x="70167" y="470206"/>
                    <a:pt x="60007" y="458776"/>
                    <a:pt x="47307" y="438456"/>
                  </a:cubicBezTo>
                  <a:cubicBezTo>
                    <a:pt x="29527" y="409246"/>
                    <a:pt x="9207" y="354636"/>
                    <a:pt x="2857" y="320346"/>
                  </a:cubicBezTo>
                  <a:cubicBezTo>
                    <a:pt x="-953" y="296216"/>
                    <a:pt x="-953" y="280976"/>
                    <a:pt x="2857" y="256846"/>
                  </a:cubicBezTo>
                  <a:cubicBezTo>
                    <a:pt x="9207" y="223826"/>
                    <a:pt x="29527" y="169216"/>
                    <a:pt x="47307" y="140006"/>
                  </a:cubicBezTo>
                  <a:cubicBezTo>
                    <a:pt x="60007" y="119686"/>
                    <a:pt x="73977" y="106986"/>
                    <a:pt x="89217" y="93016"/>
                  </a:cubicBezTo>
                  <a:cubicBezTo>
                    <a:pt x="105727" y="79046"/>
                    <a:pt x="119697" y="66346"/>
                    <a:pt x="141287" y="56186"/>
                  </a:cubicBezTo>
                  <a:cubicBezTo>
                    <a:pt x="173037" y="42216"/>
                    <a:pt x="263207" y="26976"/>
                    <a:pt x="263207" y="26976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817222" y="3503960"/>
            <a:ext cx="1001589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Per le ricette il servizio utilizza un database locale che contiene: una tabella per le ricette precompilata (disponibile su Kaggle), una tabella per gli ingredienti popolata con i dati di USDA FDC, e una tabella per collegare le altre due.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07286" y="6369224"/>
            <a:ext cx="6272676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Recipes(</a:t>
            </a:r>
            <a:r>
              <a:rPr lang="en-US" sz="2499" u="sng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id</a:t>
            </a: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, title, ingredients, instructions, NER, meal_type)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Ingredients(</a:t>
            </a:r>
            <a:r>
              <a:rPr lang="en-US" sz="2499" u="sng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id</a:t>
            </a: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, name, kcal_per_100g, protein_g, fat_g, carbs_g, fiber_g, sugar_g, saturated_fat_g, source, fetched_at)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recipe_ingredients(</a:t>
            </a:r>
            <a:r>
              <a:rPr lang="en-US" sz="2499" u="sng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recipe_id*, ingredient_id*</a:t>
            </a:r>
            <a:r>
              <a:rPr lang="en-US" sz="2499">
                <a:solidFill>
                  <a:srgbClr val="955306"/>
                </a:solidFill>
                <a:latin typeface="Cloud"/>
                <a:ea typeface="Cloud"/>
                <a:cs typeface="Cloud"/>
                <a:sym typeface="Cloud"/>
              </a:rPr>
              <a:t>, quantity_g)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58874" y="5568489"/>
            <a:ext cx="3279136" cy="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70"/>
              </a:lnSpc>
            </a:pPr>
            <a:r>
              <a:rPr lang="en-US" sz="3500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STRUTTURA DB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885825"/>
            <a:ext cx="11713525" cy="18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23"/>
              </a:lnSpc>
            </a:pPr>
            <a:r>
              <a:rPr lang="en-US" sz="11412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DATABASE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349342">
            <a:off x="12413832" y="-217777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1922" y="5633169"/>
            <a:ext cx="5653420" cy="5499236"/>
          </a:xfrm>
          <a:custGeom>
            <a:avLst/>
            <a:gdLst/>
            <a:ahLst/>
            <a:cxnLst/>
            <a:rect r="r" b="b" t="t" l="l"/>
            <a:pathLst>
              <a:path h="5499236" w="5653420">
                <a:moveTo>
                  <a:pt x="0" y="0"/>
                </a:moveTo>
                <a:lnTo>
                  <a:pt x="5653420" y="0"/>
                </a:lnTo>
                <a:lnTo>
                  <a:pt x="5653420" y="5499236"/>
                </a:lnTo>
                <a:lnTo>
                  <a:pt x="0" y="5499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921797">
            <a:off x="-2255956" y="330300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1466" y="4488603"/>
            <a:ext cx="2393579" cy="2289132"/>
          </a:xfrm>
          <a:custGeom>
            <a:avLst/>
            <a:gdLst/>
            <a:ahLst/>
            <a:cxnLst/>
            <a:rect r="r" b="b" t="t" l="l"/>
            <a:pathLst>
              <a:path h="2289132" w="2393579">
                <a:moveTo>
                  <a:pt x="0" y="0"/>
                </a:moveTo>
                <a:lnTo>
                  <a:pt x="2393579" y="0"/>
                </a:lnTo>
                <a:lnTo>
                  <a:pt x="2393579" y="2289132"/>
                </a:lnTo>
                <a:lnTo>
                  <a:pt x="0" y="22891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58620" y="-1175166"/>
            <a:ext cx="5704814" cy="5704814"/>
          </a:xfrm>
          <a:custGeom>
            <a:avLst/>
            <a:gdLst/>
            <a:ahLst/>
            <a:cxnLst/>
            <a:rect r="r" b="b" t="t" l="l"/>
            <a:pathLst>
              <a:path h="5704814" w="5704814">
                <a:moveTo>
                  <a:pt x="0" y="0"/>
                </a:moveTo>
                <a:lnTo>
                  <a:pt x="5704814" y="0"/>
                </a:lnTo>
                <a:lnTo>
                  <a:pt x="5704814" y="5704813"/>
                </a:lnTo>
                <a:lnTo>
                  <a:pt x="0" y="5704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522491">
            <a:off x="4040546" y="-380160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0" y="0"/>
                </a:moveTo>
                <a:lnTo>
                  <a:pt x="2299939" y="0"/>
                </a:lnTo>
                <a:lnTo>
                  <a:pt x="229993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58577" y="8527122"/>
            <a:ext cx="3882791" cy="1877859"/>
          </a:xfrm>
          <a:custGeom>
            <a:avLst/>
            <a:gdLst/>
            <a:ahLst/>
            <a:cxnLst/>
            <a:rect r="r" b="b" t="t" l="l"/>
            <a:pathLst>
              <a:path h="1877859" w="3882791">
                <a:moveTo>
                  <a:pt x="0" y="0"/>
                </a:moveTo>
                <a:lnTo>
                  <a:pt x="3882791" y="0"/>
                </a:lnTo>
                <a:lnTo>
                  <a:pt x="3882791" y="1877859"/>
                </a:lnTo>
                <a:lnTo>
                  <a:pt x="0" y="18778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472419">
            <a:off x="2498738" y="4254318"/>
            <a:ext cx="831323" cy="1054563"/>
          </a:xfrm>
          <a:custGeom>
            <a:avLst/>
            <a:gdLst/>
            <a:ahLst/>
            <a:cxnLst/>
            <a:rect r="r" b="b" t="t" l="l"/>
            <a:pathLst>
              <a:path h="1054563" w="831323">
                <a:moveTo>
                  <a:pt x="0" y="0"/>
                </a:moveTo>
                <a:lnTo>
                  <a:pt x="831323" y="0"/>
                </a:lnTo>
                <a:lnTo>
                  <a:pt x="831323" y="1054563"/>
                </a:lnTo>
                <a:lnTo>
                  <a:pt x="0" y="10545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5654" r="-12073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21011" y="648540"/>
            <a:ext cx="1334956" cy="2390842"/>
          </a:xfrm>
          <a:custGeom>
            <a:avLst/>
            <a:gdLst/>
            <a:ahLst/>
            <a:cxnLst/>
            <a:rect r="r" b="b" t="t" l="l"/>
            <a:pathLst>
              <a:path h="2390842" w="1334956">
                <a:moveTo>
                  <a:pt x="0" y="0"/>
                </a:moveTo>
                <a:lnTo>
                  <a:pt x="1334955" y="0"/>
                </a:lnTo>
                <a:lnTo>
                  <a:pt x="1334955" y="2390842"/>
                </a:lnTo>
                <a:lnTo>
                  <a:pt x="0" y="23908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27030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09544" y="2697323"/>
            <a:ext cx="2699511" cy="2729285"/>
          </a:xfrm>
          <a:custGeom>
            <a:avLst/>
            <a:gdLst/>
            <a:ahLst/>
            <a:cxnLst/>
            <a:rect r="r" b="b" t="t" l="l"/>
            <a:pathLst>
              <a:path h="2729285" w="2699511">
                <a:moveTo>
                  <a:pt x="0" y="0"/>
                </a:moveTo>
                <a:lnTo>
                  <a:pt x="2699512" y="0"/>
                </a:lnTo>
                <a:lnTo>
                  <a:pt x="2699512" y="2729286"/>
                </a:lnTo>
                <a:lnTo>
                  <a:pt x="0" y="27292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44217" y="6760418"/>
            <a:ext cx="1141655" cy="1314766"/>
          </a:xfrm>
          <a:custGeom>
            <a:avLst/>
            <a:gdLst/>
            <a:ahLst/>
            <a:cxnLst/>
            <a:rect r="r" b="b" t="t" l="l"/>
            <a:pathLst>
              <a:path h="1314766" w="1141655">
                <a:moveTo>
                  <a:pt x="0" y="0"/>
                </a:moveTo>
                <a:lnTo>
                  <a:pt x="1141656" y="0"/>
                </a:lnTo>
                <a:lnTo>
                  <a:pt x="1141656" y="1314766"/>
                </a:lnTo>
                <a:lnTo>
                  <a:pt x="0" y="13147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29691" t="-380022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3253" y="6956534"/>
            <a:ext cx="801067" cy="922533"/>
          </a:xfrm>
          <a:custGeom>
            <a:avLst/>
            <a:gdLst/>
            <a:ahLst/>
            <a:cxnLst/>
            <a:rect r="r" b="b" t="t" l="l"/>
            <a:pathLst>
              <a:path h="922533" w="801067">
                <a:moveTo>
                  <a:pt x="0" y="0"/>
                </a:moveTo>
                <a:lnTo>
                  <a:pt x="801067" y="0"/>
                </a:lnTo>
                <a:lnTo>
                  <a:pt x="801067" y="922534"/>
                </a:lnTo>
                <a:lnTo>
                  <a:pt x="0" y="9225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29691" t="-380022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542121" y="798789"/>
            <a:ext cx="7033260" cy="1138238"/>
            <a:chOff x="0" y="0"/>
            <a:chExt cx="9377680" cy="15176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038" y="41824"/>
              <a:ext cx="9280434" cy="1433985"/>
            </a:xfrm>
            <a:custGeom>
              <a:avLst/>
              <a:gdLst/>
              <a:ahLst/>
              <a:cxnLst/>
              <a:rect r="r" b="b" t="t" l="l"/>
              <a:pathLst>
                <a:path h="1433985" w="9280434">
                  <a:moveTo>
                    <a:pt x="635952" y="81366"/>
                  </a:moveTo>
                  <a:cubicBezTo>
                    <a:pt x="3464242" y="133436"/>
                    <a:pt x="7892732" y="-40554"/>
                    <a:pt x="8572182" y="8976"/>
                  </a:cubicBezTo>
                  <a:cubicBezTo>
                    <a:pt x="8700452" y="17866"/>
                    <a:pt x="8727123" y="21676"/>
                    <a:pt x="8798242" y="45806"/>
                  </a:cubicBezTo>
                  <a:cubicBezTo>
                    <a:pt x="8870632" y="69936"/>
                    <a:pt x="8940482" y="108036"/>
                    <a:pt x="9001442" y="153756"/>
                  </a:cubicBezTo>
                  <a:cubicBezTo>
                    <a:pt x="9061132" y="199476"/>
                    <a:pt x="9115742" y="257896"/>
                    <a:pt x="9158923" y="320126"/>
                  </a:cubicBezTo>
                  <a:cubicBezTo>
                    <a:pt x="9200832" y="382356"/>
                    <a:pt x="9235123" y="454746"/>
                    <a:pt x="9254173" y="527136"/>
                  </a:cubicBezTo>
                  <a:cubicBezTo>
                    <a:pt x="9274492" y="600796"/>
                    <a:pt x="9283382" y="680806"/>
                    <a:pt x="9279573" y="755736"/>
                  </a:cubicBezTo>
                  <a:cubicBezTo>
                    <a:pt x="9275762" y="830666"/>
                    <a:pt x="9257982" y="909406"/>
                    <a:pt x="9230042" y="979256"/>
                  </a:cubicBezTo>
                  <a:cubicBezTo>
                    <a:pt x="9202102" y="1049106"/>
                    <a:pt x="9161462" y="1117686"/>
                    <a:pt x="9111932" y="1176106"/>
                  </a:cubicBezTo>
                  <a:cubicBezTo>
                    <a:pt x="9063673" y="1233256"/>
                    <a:pt x="9002712" y="1285326"/>
                    <a:pt x="8937942" y="1323426"/>
                  </a:cubicBezTo>
                  <a:cubicBezTo>
                    <a:pt x="8873173" y="1362796"/>
                    <a:pt x="8798242" y="1392006"/>
                    <a:pt x="8724582" y="1408516"/>
                  </a:cubicBezTo>
                  <a:cubicBezTo>
                    <a:pt x="8650923" y="1425026"/>
                    <a:pt x="8570912" y="1428836"/>
                    <a:pt x="8495982" y="1421216"/>
                  </a:cubicBezTo>
                  <a:cubicBezTo>
                    <a:pt x="8421052" y="1412326"/>
                    <a:pt x="8343582" y="1390736"/>
                    <a:pt x="8275002" y="1360256"/>
                  </a:cubicBezTo>
                  <a:cubicBezTo>
                    <a:pt x="8206423" y="1328506"/>
                    <a:pt x="8140382" y="1282786"/>
                    <a:pt x="8085773" y="1230716"/>
                  </a:cubicBezTo>
                  <a:cubicBezTo>
                    <a:pt x="8031162" y="1178646"/>
                    <a:pt x="7982902" y="1115146"/>
                    <a:pt x="7947342" y="1049106"/>
                  </a:cubicBezTo>
                  <a:cubicBezTo>
                    <a:pt x="7911782" y="981796"/>
                    <a:pt x="7886382" y="905596"/>
                    <a:pt x="7873682" y="831936"/>
                  </a:cubicBezTo>
                  <a:cubicBezTo>
                    <a:pt x="7862252" y="757006"/>
                    <a:pt x="7862252" y="676996"/>
                    <a:pt x="7873682" y="602066"/>
                  </a:cubicBezTo>
                  <a:cubicBezTo>
                    <a:pt x="7886382" y="528406"/>
                    <a:pt x="7911782" y="452206"/>
                    <a:pt x="7947342" y="384896"/>
                  </a:cubicBezTo>
                  <a:cubicBezTo>
                    <a:pt x="7982902" y="318856"/>
                    <a:pt x="8031162" y="255356"/>
                    <a:pt x="8085773" y="203286"/>
                  </a:cubicBezTo>
                  <a:cubicBezTo>
                    <a:pt x="8140382" y="151216"/>
                    <a:pt x="8206423" y="106766"/>
                    <a:pt x="8275002" y="75016"/>
                  </a:cubicBezTo>
                  <a:cubicBezTo>
                    <a:pt x="8343582" y="43266"/>
                    <a:pt x="8421052" y="21676"/>
                    <a:pt x="8495982" y="12786"/>
                  </a:cubicBezTo>
                  <a:cubicBezTo>
                    <a:pt x="8570912" y="5166"/>
                    <a:pt x="8650923" y="8976"/>
                    <a:pt x="8724582" y="25486"/>
                  </a:cubicBezTo>
                  <a:cubicBezTo>
                    <a:pt x="8798242" y="41996"/>
                    <a:pt x="8873173" y="71206"/>
                    <a:pt x="8937942" y="110576"/>
                  </a:cubicBezTo>
                  <a:cubicBezTo>
                    <a:pt x="9002712" y="149946"/>
                    <a:pt x="9063673" y="202016"/>
                    <a:pt x="9111932" y="259166"/>
                  </a:cubicBezTo>
                  <a:cubicBezTo>
                    <a:pt x="9161462" y="316316"/>
                    <a:pt x="9202102" y="384896"/>
                    <a:pt x="9230042" y="454746"/>
                  </a:cubicBezTo>
                  <a:cubicBezTo>
                    <a:pt x="9257982" y="525866"/>
                    <a:pt x="9275762" y="603336"/>
                    <a:pt x="9279573" y="679536"/>
                  </a:cubicBezTo>
                  <a:cubicBezTo>
                    <a:pt x="9283382" y="754466"/>
                    <a:pt x="9274492" y="834476"/>
                    <a:pt x="9254173" y="906866"/>
                  </a:cubicBezTo>
                  <a:cubicBezTo>
                    <a:pt x="9235123" y="979256"/>
                    <a:pt x="9200832" y="1051646"/>
                    <a:pt x="9158923" y="1115146"/>
                  </a:cubicBezTo>
                  <a:cubicBezTo>
                    <a:pt x="9115742" y="1177376"/>
                    <a:pt x="9061132" y="1235796"/>
                    <a:pt x="9001442" y="1281516"/>
                  </a:cubicBezTo>
                  <a:cubicBezTo>
                    <a:pt x="8940482" y="1325966"/>
                    <a:pt x="8869362" y="1364066"/>
                    <a:pt x="8798242" y="1388196"/>
                  </a:cubicBezTo>
                  <a:cubicBezTo>
                    <a:pt x="8727123" y="1412326"/>
                    <a:pt x="8699182" y="1416136"/>
                    <a:pt x="8572182" y="1425026"/>
                  </a:cubicBezTo>
                  <a:cubicBezTo>
                    <a:pt x="7933373" y="1470746"/>
                    <a:pt x="3716973" y="1327236"/>
                    <a:pt x="2737802" y="1314536"/>
                  </a:cubicBezTo>
                  <a:cubicBezTo>
                    <a:pt x="2408872" y="1309456"/>
                    <a:pt x="2340293" y="1305646"/>
                    <a:pt x="2078672" y="1309456"/>
                  </a:cubicBezTo>
                  <a:cubicBezTo>
                    <a:pt x="1690052" y="1313266"/>
                    <a:pt x="870902" y="1364066"/>
                    <a:pt x="635952" y="1352636"/>
                  </a:cubicBezTo>
                  <a:cubicBezTo>
                    <a:pt x="558482" y="1350096"/>
                    <a:pt x="533082" y="1346286"/>
                    <a:pt x="483552" y="1334856"/>
                  </a:cubicBezTo>
                  <a:cubicBezTo>
                    <a:pt x="434022" y="1322156"/>
                    <a:pt x="384492" y="1303106"/>
                    <a:pt x="340042" y="1280246"/>
                  </a:cubicBezTo>
                  <a:cubicBezTo>
                    <a:pt x="295592" y="1256116"/>
                    <a:pt x="252412" y="1226906"/>
                    <a:pt x="214312" y="1192616"/>
                  </a:cubicBezTo>
                  <a:cubicBezTo>
                    <a:pt x="176212" y="1159596"/>
                    <a:pt x="140652" y="1120226"/>
                    <a:pt x="112712" y="1078316"/>
                  </a:cubicBezTo>
                  <a:cubicBezTo>
                    <a:pt x="83502" y="1036406"/>
                    <a:pt x="59372" y="989416"/>
                    <a:pt x="41592" y="942426"/>
                  </a:cubicBezTo>
                  <a:cubicBezTo>
                    <a:pt x="22542" y="895436"/>
                    <a:pt x="11112" y="844636"/>
                    <a:pt x="4762" y="793836"/>
                  </a:cubicBezTo>
                  <a:cubicBezTo>
                    <a:pt x="-1588" y="743036"/>
                    <a:pt x="-1588" y="690966"/>
                    <a:pt x="4762" y="640166"/>
                  </a:cubicBezTo>
                  <a:cubicBezTo>
                    <a:pt x="11112" y="590636"/>
                    <a:pt x="22542" y="538566"/>
                    <a:pt x="41592" y="491576"/>
                  </a:cubicBezTo>
                  <a:cubicBezTo>
                    <a:pt x="59372" y="444586"/>
                    <a:pt x="83502" y="397596"/>
                    <a:pt x="112712" y="355686"/>
                  </a:cubicBezTo>
                  <a:cubicBezTo>
                    <a:pt x="140652" y="313776"/>
                    <a:pt x="176212" y="274406"/>
                    <a:pt x="214312" y="241386"/>
                  </a:cubicBezTo>
                  <a:cubicBezTo>
                    <a:pt x="252412" y="207096"/>
                    <a:pt x="295592" y="177886"/>
                    <a:pt x="340042" y="153756"/>
                  </a:cubicBezTo>
                  <a:cubicBezTo>
                    <a:pt x="385762" y="130896"/>
                    <a:pt x="434022" y="111846"/>
                    <a:pt x="483552" y="100416"/>
                  </a:cubicBezTo>
                  <a:cubicBezTo>
                    <a:pt x="533082" y="87716"/>
                    <a:pt x="635952" y="81366"/>
                    <a:pt x="635952" y="81366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996464" y="2493599"/>
            <a:ext cx="6295072" cy="1091565"/>
            <a:chOff x="0" y="0"/>
            <a:chExt cx="8393430" cy="14554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6038" y="42795"/>
              <a:ext cx="8296732" cy="1368560"/>
            </a:xfrm>
            <a:custGeom>
              <a:avLst/>
              <a:gdLst/>
              <a:ahLst/>
              <a:cxnLst/>
              <a:rect r="r" b="b" t="t" l="l"/>
              <a:pathLst>
                <a:path h="1368560" w="8296732">
                  <a:moveTo>
                    <a:pt x="629602" y="54995"/>
                  </a:moveTo>
                  <a:cubicBezTo>
                    <a:pt x="2259012" y="103255"/>
                    <a:pt x="2416492" y="104525"/>
                    <a:pt x="2836862" y="100715"/>
                  </a:cubicBezTo>
                  <a:cubicBezTo>
                    <a:pt x="3804602" y="94365"/>
                    <a:pt x="7062152" y="-32635"/>
                    <a:pt x="7620952" y="8005"/>
                  </a:cubicBezTo>
                  <a:cubicBezTo>
                    <a:pt x="7740332" y="16895"/>
                    <a:pt x="7768272" y="20705"/>
                    <a:pt x="7836852" y="43565"/>
                  </a:cubicBezTo>
                  <a:cubicBezTo>
                    <a:pt x="7904162" y="66425"/>
                    <a:pt x="7972742" y="101985"/>
                    <a:pt x="8029892" y="145165"/>
                  </a:cubicBezTo>
                  <a:cubicBezTo>
                    <a:pt x="8087042" y="189615"/>
                    <a:pt x="8140382" y="245495"/>
                    <a:pt x="8179752" y="305185"/>
                  </a:cubicBezTo>
                  <a:cubicBezTo>
                    <a:pt x="8220392" y="363605"/>
                    <a:pt x="8253412" y="433455"/>
                    <a:pt x="8272462" y="503305"/>
                  </a:cubicBezTo>
                  <a:cubicBezTo>
                    <a:pt x="8291512" y="573155"/>
                    <a:pt x="8300402" y="649355"/>
                    <a:pt x="8295322" y="720475"/>
                  </a:cubicBezTo>
                  <a:cubicBezTo>
                    <a:pt x="8291512" y="792865"/>
                    <a:pt x="8275002" y="867795"/>
                    <a:pt x="8248332" y="935105"/>
                  </a:cubicBezTo>
                  <a:cubicBezTo>
                    <a:pt x="8221662" y="1001145"/>
                    <a:pt x="8182292" y="1067185"/>
                    <a:pt x="8136572" y="1121795"/>
                  </a:cubicBezTo>
                  <a:cubicBezTo>
                    <a:pt x="8089582" y="1177675"/>
                    <a:pt x="8031162" y="1227205"/>
                    <a:pt x="7968932" y="1264035"/>
                  </a:cubicBezTo>
                  <a:cubicBezTo>
                    <a:pt x="7907972" y="1300865"/>
                    <a:pt x="7835582" y="1330075"/>
                    <a:pt x="7765732" y="1345315"/>
                  </a:cubicBezTo>
                  <a:cubicBezTo>
                    <a:pt x="7695882" y="1360555"/>
                    <a:pt x="7618412" y="1364365"/>
                    <a:pt x="7547292" y="1356745"/>
                  </a:cubicBezTo>
                  <a:cubicBezTo>
                    <a:pt x="7476172" y="1349125"/>
                    <a:pt x="7401242" y="1328805"/>
                    <a:pt x="7336472" y="1298325"/>
                  </a:cubicBezTo>
                  <a:cubicBezTo>
                    <a:pt x="7270432" y="1267845"/>
                    <a:pt x="7206932" y="1224665"/>
                    <a:pt x="7154862" y="1175135"/>
                  </a:cubicBezTo>
                  <a:cubicBezTo>
                    <a:pt x="7102792" y="1125605"/>
                    <a:pt x="7057072" y="1064645"/>
                    <a:pt x="7022782" y="1001145"/>
                  </a:cubicBezTo>
                  <a:cubicBezTo>
                    <a:pt x="6988492" y="937645"/>
                    <a:pt x="6964362" y="865255"/>
                    <a:pt x="6952932" y="794135"/>
                  </a:cubicBezTo>
                  <a:cubicBezTo>
                    <a:pt x="6941502" y="723015"/>
                    <a:pt x="6941502" y="645545"/>
                    <a:pt x="6952932" y="574425"/>
                  </a:cubicBezTo>
                  <a:cubicBezTo>
                    <a:pt x="6964362" y="503305"/>
                    <a:pt x="6988492" y="430915"/>
                    <a:pt x="7022782" y="367415"/>
                  </a:cubicBezTo>
                  <a:cubicBezTo>
                    <a:pt x="7057072" y="303915"/>
                    <a:pt x="7102792" y="242955"/>
                    <a:pt x="7154862" y="193425"/>
                  </a:cubicBezTo>
                  <a:cubicBezTo>
                    <a:pt x="7208202" y="143895"/>
                    <a:pt x="7271702" y="100715"/>
                    <a:pt x="7336472" y="70235"/>
                  </a:cubicBezTo>
                  <a:cubicBezTo>
                    <a:pt x="7401242" y="39755"/>
                    <a:pt x="7476172" y="19435"/>
                    <a:pt x="7547292" y="11815"/>
                  </a:cubicBezTo>
                  <a:cubicBezTo>
                    <a:pt x="7618412" y="4195"/>
                    <a:pt x="7695882" y="8005"/>
                    <a:pt x="7765732" y="23245"/>
                  </a:cubicBezTo>
                  <a:cubicBezTo>
                    <a:pt x="7836852" y="38485"/>
                    <a:pt x="7907972" y="67695"/>
                    <a:pt x="7968932" y="104525"/>
                  </a:cubicBezTo>
                  <a:cubicBezTo>
                    <a:pt x="8031162" y="141355"/>
                    <a:pt x="8089582" y="192155"/>
                    <a:pt x="8136572" y="246765"/>
                  </a:cubicBezTo>
                  <a:cubicBezTo>
                    <a:pt x="8182292" y="301375"/>
                    <a:pt x="8222932" y="367415"/>
                    <a:pt x="8248332" y="433455"/>
                  </a:cubicBezTo>
                  <a:cubicBezTo>
                    <a:pt x="8275002" y="500765"/>
                    <a:pt x="8291512" y="575695"/>
                    <a:pt x="8295322" y="648085"/>
                  </a:cubicBezTo>
                  <a:cubicBezTo>
                    <a:pt x="8300402" y="719205"/>
                    <a:pt x="8291512" y="795405"/>
                    <a:pt x="8272462" y="865255"/>
                  </a:cubicBezTo>
                  <a:cubicBezTo>
                    <a:pt x="8253412" y="935105"/>
                    <a:pt x="8220392" y="1004955"/>
                    <a:pt x="8179752" y="1064645"/>
                  </a:cubicBezTo>
                  <a:cubicBezTo>
                    <a:pt x="8140382" y="1123065"/>
                    <a:pt x="8087042" y="1178945"/>
                    <a:pt x="8029892" y="1223395"/>
                  </a:cubicBezTo>
                  <a:cubicBezTo>
                    <a:pt x="7972742" y="1266575"/>
                    <a:pt x="7904162" y="1302135"/>
                    <a:pt x="7836852" y="1324995"/>
                  </a:cubicBezTo>
                  <a:cubicBezTo>
                    <a:pt x="7768272" y="1347855"/>
                    <a:pt x="7740332" y="1351665"/>
                    <a:pt x="7620952" y="1360555"/>
                  </a:cubicBezTo>
                  <a:cubicBezTo>
                    <a:pt x="7062152" y="1401195"/>
                    <a:pt x="3804602" y="1274195"/>
                    <a:pt x="2836862" y="1267845"/>
                  </a:cubicBezTo>
                  <a:cubicBezTo>
                    <a:pt x="2416492" y="1264035"/>
                    <a:pt x="2259012" y="1265305"/>
                    <a:pt x="1930082" y="1271655"/>
                  </a:cubicBezTo>
                  <a:cubicBezTo>
                    <a:pt x="1535112" y="1278005"/>
                    <a:pt x="849312" y="1323725"/>
                    <a:pt x="629602" y="1313565"/>
                  </a:cubicBezTo>
                  <a:cubicBezTo>
                    <a:pt x="554672" y="1309755"/>
                    <a:pt x="528002" y="1307215"/>
                    <a:pt x="478472" y="1294515"/>
                  </a:cubicBezTo>
                  <a:cubicBezTo>
                    <a:pt x="430212" y="1283085"/>
                    <a:pt x="381952" y="1265305"/>
                    <a:pt x="337502" y="1241175"/>
                  </a:cubicBezTo>
                  <a:cubicBezTo>
                    <a:pt x="293052" y="1218315"/>
                    <a:pt x="249872" y="1187835"/>
                    <a:pt x="211772" y="1154815"/>
                  </a:cubicBezTo>
                  <a:cubicBezTo>
                    <a:pt x="174942" y="1121795"/>
                    <a:pt x="140652" y="1082425"/>
                    <a:pt x="111442" y="1041785"/>
                  </a:cubicBezTo>
                  <a:cubicBezTo>
                    <a:pt x="83502" y="999875"/>
                    <a:pt x="59372" y="954155"/>
                    <a:pt x="41592" y="907165"/>
                  </a:cubicBezTo>
                  <a:cubicBezTo>
                    <a:pt x="23812" y="860175"/>
                    <a:pt x="11112" y="809375"/>
                    <a:pt x="4762" y="759845"/>
                  </a:cubicBezTo>
                  <a:cubicBezTo>
                    <a:pt x="-1588" y="710315"/>
                    <a:pt x="-1588" y="658245"/>
                    <a:pt x="4762" y="608715"/>
                  </a:cubicBezTo>
                  <a:cubicBezTo>
                    <a:pt x="11112" y="559185"/>
                    <a:pt x="23812" y="508385"/>
                    <a:pt x="41592" y="461395"/>
                  </a:cubicBezTo>
                  <a:cubicBezTo>
                    <a:pt x="59372" y="414405"/>
                    <a:pt x="83502" y="368685"/>
                    <a:pt x="111442" y="326775"/>
                  </a:cubicBezTo>
                  <a:cubicBezTo>
                    <a:pt x="140652" y="284865"/>
                    <a:pt x="174942" y="246765"/>
                    <a:pt x="211772" y="213745"/>
                  </a:cubicBezTo>
                  <a:cubicBezTo>
                    <a:pt x="249872" y="179455"/>
                    <a:pt x="293052" y="150245"/>
                    <a:pt x="337502" y="127385"/>
                  </a:cubicBezTo>
                  <a:cubicBezTo>
                    <a:pt x="381952" y="103255"/>
                    <a:pt x="430212" y="85475"/>
                    <a:pt x="478472" y="72775"/>
                  </a:cubicBezTo>
                  <a:cubicBezTo>
                    <a:pt x="528002" y="61345"/>
                    <a:pt x="629602" y="54995"/>
                    <a:pt x="629602" y="54995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508308" y="4334827"/>
            <a:ext cx="7271385" cy="1125855"/>
            <a:chOff x="0" y="0"/>
            <a:chExt cx="9695180" cy="1501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6038" y="46542"/>
              <a:ext cx="9601836" cy="1406786"/>
            </a:xfrm>
            <a:custGeom>
              <a:avLst/>
              <a:gdLst/>
              <a:ahLst/>
              <a:cxnLst/>
              <a:rect r="r" b="b" t="t" l="l"/>
              <a:pathLst>
                <a:path h="1406786" w="9601836">
                  <a:moveTo>
                    <a:pt x="629602" y="72838"/>
                  </a:moveTo>
                  <a:cubicBezTo>
                    <a:pt x="2504122" y="123638"/>
                    <a:pt x="3104832" y="112208"/>
                    <a:pt x="3927792" y="100778"/>
                  </a:cubicBezTo>
                  <a:cubicBezTo>
                    <a:pt x="5219382" y="84268"/>
                    <a:pt x="8388032" y="-22412"/>
                    <a:pt x="8902382" y="4258"/>
                  </a:cubicBezTo>
                  <a:cubicBezTo>
                    <a:pt x="8996362" y="9338"/>
                    <a:pt x="9015412" y="10608"/>
                    <a:pt x="9070023" y="24578"/>
                  </a:cubicBezTo>
                  <a:cubicBezTo>
                    <a:pt x="9123362" y="37278"/>
                    <a:pt x="9177973" y="58868"/>
                    <a:pt x="9227502" y="84268"/>
                  </a:cubicBezTo>
                  <a:cubicBezTo>
                    <a:pt x="9277032" y="109668"/>
                    <a:pt x="9324023" y="142688"/>
                    <a:pt x="9365932" y="179518"/>
                  </a:cubicBezTo>
                  <a:cubicBezTo>
                    <a:pt x="9407842" y="217618"/>
                    <a:pt x="9445942" y="260798"/>
                    <a:pt x="9477692" y="306518"/>
                  </a:cubicBezTo>
                  <a:cubicBezTo>
                    <a:pt x="9509442" y="352238"/>
                    <a:pt x="9536112" y="403038"/>
                    <a:pt x="9556432" y="455108"/>
                  </a:cubicBezTo>
                  <a:cubicBezTo>
                    <a:pt x="9575482" y="507178"/>
                    <a:pt x="9589452" y="564328"/>
                    <a:pt x="9597073" y="618938"/>
                  </a:cubicBezTo>
                  <a:cubicBezTo>
                    <a:pt x="9603423" y="674818"/>
                    <a:pt x="9603423" y="731968"/>
                    <a:pt x="9597073" y="787848"/>
                  </a:cubicBezTo>
                  <a:cubicBezTo>
                    <a:pt x="9589452" y="843728"/>
                    <a:pt x="9575482" y="899608"/>
                    <a:pt x="9556432" y="951678"/>
                  </a:cubicBezTo>
                  <a:cubicBezTo>
                    <a:pt x="9536112" y="1003748"/>
                    <a:pt x="9509442" y="1054548"/>
                    <a:pt x="9477692" y="1100268"/>
                  </a:cubicBezTo>
                  <a:cubicBezTo>
                    <a:pt x="9445942" y="1147258"/>
                    <a:pt x="9407842" y="1190438"/>
                    <a:pt x="9365932" y="1227268"/>
                  </a:cubicBezTo>
                  <a:cubicBezTo>
                    <a:pt x="9324023" y="1264098"/>
                    <a:pt x="9277032" y="1297118"/>
                    <a:pt x="9227502" y="1322518"/>
                  </a:cubicBezTo>
                  <a:cubicBezTo>
                    <a:pt x="9177973" y="1349188"/>
                    <a:pt x="9123362" y="1369508"/>
                    <a:pt x="9070023" y="1382208"/>
                  </a:cubicBezTo>
                  <a:cubicBezTo>
                    <a:pt x="9015412" y="1396178"/>
                    <a:pt x="8949373" y="1399988"/>
                    <a:pt x="8902382" y="1402528"/>
                  </a:cubicBezTo>
                  <a:cubicBezTo>
                    <a:pt x="8868092" y="1405068"/>
                    <a:pt x="8850312" y="1406338"/>
                    <a:pt x="8813482" y="1402528"/>
                  </a:cubicBezTo>
                  <a:cubicBezTo>
                    <a:pt x="8756332" y="1397448"/>
                    <a:pt x="8661082" y="1389828"/>
                    <a:pt x="8589962" y="1365698"/>
                  </a:cubicBezTo>
                  <a:cubicBezTo>
                    <a:pt x="8520112" y="1342838"/>
                    <a:pt x="8450262" y="1304738"/>
                    <a:pt x="8390573" y="1260288"/>
                  </a:cubicBezTo>
                  <a:cubicBezTo>
                    <a:pt x="8330882" y="1214568"/>
                    <a:pt x="8276273" y="1157418"/>
                    <a:pt x="8234362" y="1096458"/>
                  </a:cubicBezTo>
                  <a:cubicBezTo>
                    <a:pt x="8193723" y="1034228"/>
                    <a:pt x="8159432" y="961838"/>
                    <a:pt x="8140382" y="890718"/>
                  </a:cubicBezTo>
                  <a:cubicBezTo>
                    <a:pt x="8120062" y="818328"/>
                    <a:pt x="8111173" y="739588"/>
                    <a:pt x="8114982" y="665928"/>
                  </a:cubicBezTo>
                  <a:cubicBezTo>
                    <a:pt x="8120062" y="590998"/>
                    <a:pt x="8136573" y="513528"/>
                    <a:pt x="8164512" y="444948"/>
                  </a:cubicBezTo>
                  <a:cubicBezTo>
                    <a:pt x="8191182" y="375098"/>
                    <a:pt x="8233092" y="307788"/>
                    <a:pt x="8281352" y="250638"/>
                  </a:cubicBezTo>
                  <a:cubicBezTo>
                    <a:pt x="8329612" y="193488"/>
                    <a:pt x="8389302" y="142688"/>
                    <a:pt x="8452802" y="104588"/>
                  </a:cubicBezTo>
                  <a:cubicBezTo>
                    <a:pt x="8517573" y="66488"/>
                    <a:pt x="8591232" y="36008"/>
                    <a:pt x="8663623" y="20768"/>
                  </a:cubicBezTo>
                  <a:cubicBezTo>
                    <a:pt x="8736012" y="4258"/>
                    <a:pt x="8816023" y="448"/>
                    <a:pt x="8889682" y="8068"/>
                  </a:cubicBezTo>
                  <a:cubicBezTo>
                    <a:pt x="8963342" y="16958"/>
                    <a:pt x="9039542" y="37278"/>
                    <a:pt x="9106852" y="69028"/>
                  </a:cubicBezTo>
                  <a:cubicBezTo>
                    <a:pt x="9175432" y="99508"/>
                    <a:pt x="9240202" y="145228"/>
                    <a:pt x="9294812" y="196028"/>
                  </a:cubicBezTo>
                  <a:cubicBezTo>
                    <a:pt x="9348152" y="246828"/>
                    <a:pt x="9396412" y="310328"/>
                    <a:pt x="9431973" y="376368"/>
                  </a:cubicBezTo>
                  <a:cubicBezTo>
                    <a:pt x="9466262" y="442408"/>
                    <a:pt x="9491662" y="517338"/>
                    <a:pt x="9504362" y="590998"/>
                  </a:cubicBezTo>
                  <a:cubicBezTo>
                    <a:pt x="9515792" y="663388"/>
                    <a:pt x="9515792" y="743398"/>
                    <a:pt x="9504362" y="817058"/>
                  </a:cubicBezTo>
                  <a:cubicBezTo>
                    <a:pt x="9491662" y="890718"/>
                    <a:pt x="9466262" y="965648"/>
                    <a:pt x="9431973" y="1031688"/>
                  </a:cubicBezTo>
                  <a:cubicBezTo>
                    <a:pt x="9396412" y="1096458"/>
                    <a:pt x="9348152" y="1159958"/>
                    <a:pt x="9294812" y="1210758"/>
                  </a:cubicBezTo>
                  <a:cubicBezTo>
                    <a:pt x="9240202" y="1262828"/>
                    <a:pt x="9175432" y="1307278"/>
                    <a:pt x="9106852" y="1337758"/>
                  </a:cubicBezTo>
                  <a:cubicBezTo>
                    <a:pt x="9039542" y="1369508"/>
                    <a:pt x="8963342" y="1391098"/>
                    <a:pt x="8889682" y="1398718"/>
                  </a:cubicBezTo>
                  <a:cubicBezTo>
                    <a:pt x="8814752" y="1406338"/>
                    <a:pt x="8736012" y="1402528"/>
                    <a:pt x="8663623" y="1386018"/>
                  </a:cubicBezTo>
                  <a:cubicBezTo>
                    <a:pt x="8591232" y="1370778"/>
                    <a:pt x="8516302" y="1341568"/>
                    <a:pt x="8452802" y="1302198"/>
                  </a:cubicBezTo>
                  <a:cubicBezTo>
                    <a:pt x="8389302" y="1264098"/>
                    <a:pt x="8328342" y="1213298"/>
                    <a:pt x="8280082" y="1156148"/>
                  </a:cubicBezTo>
                  <a:cubicBezTo>
                    <a:pt x="8233092" y="1098998"/>
                    <a:pt x="8191182" y="1031688"/>
                    <a:pt x="8164512" y="961838"/>
                  </a:cubicBezTo>
                  <a:cubicBezTo>
                    <a:pt x="8136573" y="893258"/>
                    <a:pt x="8120062" y="815788"/>
                    <a:pt x="8114982" y="740858"/>
                  </a:cubicBezTo>
                  <a:cubicBezTo>
                    <a:pt x="8111173" y="667198"/>
                    <a:pt x="8120062" y="588458"/>
                    <a:pt x="8140382" y="516068"/>
                  </a:cubicBezTo>
                  <a:cubicBezTo>
                    <a:pt x="8159432" y="444948"/>
                    <a:pt x="8193723" y="372558"/>
                    <a:pt x="8235632" y="310328"/>
                  </a:cubicBezTo>
                  <a:cubicBezTo>
                    <a:pt x="8276273" y="249368"/>
                    <a:pt x="8330882" y="192218"/>
                    <a:pt x="8390573" y="146498"/>
                  </a:cubicBezTo>
                  <a:cubicBezTo>
                    <a:pt x="8450262" y="102048"/>
                    <a:pt x="8520112" y="63948"/>
                    <a:pt x="8591232" y="41088"/>
                  </a:cubicBezTo>
                  <a:cubicBezTo>
                    <a:pt x="8661082" y="16958"/>
                    <a:pt x="8737282" y="8068"/>
                    <a:pt x="8813482" y="4258"/>
                  </a:cubicBezTo>
                  <a:cubicBezTo>
                    <a:pt x="8896032" y="448"/>
                    <a:pt x="8995092" y="8068"/>
                    <a:pt x="9070023" y="24578"/>
                  </a:cubicBezTo>
                  <a:cubicBezTo>
                    <a:pt x="9129712" y="37278"/>
                    <a:pt x="9177973" y="58868"/>
                    <a:pt x="9227502" y="84268"/>
                  </a:cubicBezTo>
                  <a:cubicBezTo>
                    <a:pt x="9277032" y="109668"/>
                    <a:pt x="9324023" y="142688"/>
                    <a:pt x="9365932" y="179518"/>
                  </a:cubicBezTo>
                  <a:cubicBezTo>
                    <a:pt x="9407842" y="216348"/>
                    <a:pt x="9445942" y="260798"/>
                    <a:pt x="9477692" y="306518"/>
                  </a:cubicBezTo>
                  <a:cubicBezTo>
                    <a:pt x="9509442" y="352238"/>
                    <a:pt x="9536112" y="403038"/>
                    <a:pt x="9556432" y="455108"/>
                  </a:cubicBezTo>
                  <a:cubicBezTo>
                    <a:pt x="9575482" y="507178"/>
                    <a:pt x="9589452" y="564328"/>
                    <a:pt x="9597073" y="618938"/>
                  </a:cubicBezTo>
                  <a:cubicBezTo>
                    <a:pt x="9603423" y="674818"/>
                    <a:pt x="9603423" y="731968"/>
                    <a:pt x="9597073" y="787848"/>
                  </a:cubicBezTo>
                  <a:cubicBezTo>
                    <a:pt x="9589452" y="843728"/>
                    <a:pt x="9575482" y="899608"/>
                    <a:pt x="9556432" y="951678"/>
                  </a:cubicBezTo>
                  <a:cubicBezTo>
                    <a:pt x="9536112" y="1003748"/>
                    <a:pt x="9509442" y="1054548"/>
                    <a:pt x="9477692" y="1100268"/>
                  </a:cubicBezTo>
                  <a:cubicBezTo>
                    <a:pt x="9445942" y="1147258"/>
                    <a:pt x="9407842" y="1190438"/>
                    <a:pt x="9365932" y="1227268"/>
                  </a:cubicBezTo>
                  <a:cubicBezTo>
                    <a:pt x="9324023" y="1264098"/>
                    <a:pt x="9277032" y="1297118"/>
                    <a:pt x="9227502" y="1322518"/>
                  </a:cubicBezTo>
                  <a:cubicBezTo>
                    <a:pt x="9177973" y="1349188"/>
                    <a:pt x="9123362" y="1369508"/>
                    <a:pt x="9070023" y="1382208"/>
                  </a:cubicBezTo>
                  <a:cubicBezTo>
                    <a:pt x="9015412" y="1396178"/>
                    <a:pt x="8996362" y="1398718"/>
                    <a:pt x="8902382" y="1402528"/>
                  </a:cubicBezTo>
                  <a:cubicBezTo>
                    <a:pt x="8388032" y="1429198"/>
                    <a:pt x="5219382" y="1322518"/>
                    <a:pt x="3927792" y="1306008"/>
                  </a:cubicBezTo>
                  <a:cubicBezTo>
                    <a:pt x="3104832" y="1294578"/>
                    <a:pt x="2504122" y="1283148"/>
                    <a:pt x="1907222" y="1292038"/>
                  </a:cubicBezTo>
                  <a:cubicBezTo>
                    <a:pt x="1432242" y="1298388"/>
                    <a:pt x="848042" y="1344108"/>
                    <a:pt x="629602" y="1333948"/>
                  </a:cubicBezTo>
                  <a:cubicBezTo>
                    <a:pt x="554672" y="1330138"/>
                    <a:pt x="528002" y="1327598"/>
                    <a:pt x="479742" y="1316168"/>
                  </a:cubicBezTo>
                  <a:cubicBezTo>
                    <a:pt x="430212" y="1303468"/>
                    <a:pt x="381952" y="1285688"/>
                    <a:pt x="337502" y="1261558"/>
                  </a:cubicBezTo>
                  <a:cubicBezTo>
                    <a:pt x="293052" y="1238698"/>
                    <a:pt x="249872" y="1208218"/>
                    <a:pt x="211772" y="1175198"/>
                  </a:cubicBezTo>
                  <a:cubicBezTo>
                    <a:pt x="174942" y="1142178"/>
                    <a:pt x="139382" y="1102808"/>
                    <a:pt x="111442" y="1062168"/>
                  </a:cubicBezTo>
                  <a:cubicBezTo>
                    <a:pt x="82232" y="1020258"/>
                    <a:pt x="58102" y="974538"/>
                    <a:pt x="40322" y="927548"/>
                  </a:cubicBezTo>
                  <a:cubicBezTo>
                    <a:pt x="22542" y="880558"/>
                    <a:pt x="9842" y="829758"/>
                    <a:pt x="4762" y="778958"/>
                  </a:cubicBezTo>
                  <a:cubicBezTo>
                    <a:pt x="-1588" y="729428"/>
                    <a:pt x="-1588" y="677358"/>
                    <a:pt x="4762" y="627828"/>
                  </a:cubicBezTo>
                  <a:cubicBezTo>
                    <a:pt x="9842" y="577028"/>
                    <a:pt x="22542" y="527498"/>
                    <a:pt x="40322" y="480508"/>
                  </a:cubicBezTo>
                  <a:cubicBezTo>
                    <a:pt x="58102" y="432248"/>
                    <a:pt x="82232" y="386528"/>
                    <a:pt x="111442" y="345888"/>
                  </a:cubicBezTo>
                  <a:cubicBezTo>
                    <a:pt x="139382" y="303978"/>
                    <a:pt x="174942" y="264608"/>
                    <a:pt x="211772" y="231588"/>
                  </a:cubicBezTo>
                  <a:cubicBezTo>
                    <a:pt x="249872" y="198568"/>
                    <a:pt x="293052" y="168088"/>
                    <a:pt x="337502" y="145228"/>
                  </a:cubicBezTo>
                  <a:cubicBezTo>
                    <a:pt x="381952" y="122368"/>
                    <a:pt x="430212" y="103318"/>
                    <a:pt x="479742" y="91888"/>
                  </a:cubicBezTo>
                  <a:cubicBezTo>
                    <a:pt x="528002" y="79188"/>
                    <a:pt x="629602" y="72838"/>
                    <a:pt x="629602" y="72838"/>
                  </a:cubicBezTo>
                </a:path>
              </a:pathLst>
            </a:custGeom>
            <a:solidFill>
              <a:srgbClr val="FBE6C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232776" y="4334827"/>
            <a:ext cx="1915477" cy="3008948"/>
            <a:chOff x="0" y="0"/>
            <a:chExt cx="2553970" cy="4011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144" y="50394"/>
              <a:ext cx="2453026" cy="3912804"/>
            </a:xfrm>
            <a:custGeom>
              <a:avLst/>
              <a:gdLst/>
              <a:ahLst/>
              <a:cxnLst/>
              <a:rect r="r" b="b" t="t" l="l"/>
              <a:pathLst>
                <a:path h="3912804" w="2453026">
                  <a:moveTo>
                    <a:pt x="788056" y="104546"/>
                  </a:moveTo>
                  <a:cubicBezTo>
                    <a:pt x="421026" y="521106"/>
                    <a:pt x="351176" y="655726"/>
                    <a:pt x="295296" y="767486"/>
                  </a:cubicBezTo>
                  <a:cubicBezTo>
                    <a:pt x="248306" y="861466"/>
                    <a:pt x="208936" y="945286"/>
                    <a:pt x="182266" y="1034186"/>
                  </a:cubicBezTo>
                  <a:cubicBezTo>
                    <a:pt x="158136" y="1116736"/>
                    <a:pt x="147976" y="1196746"/>
                    <a:pt x="136546" y="1280566"/>
                  </a:cubicBezTo>
                  <a:cubicBezTo>
                    <a:pt x="125116" y="1368196"/>
                    <a:pt x="117496" y="1457096"/>
                    <a:pt x="116226" y="1549806"/>
                  </a:cubicBezTo>
                  <a:cubicBezTo>
                    <a:pt x="114956" y="1646326"/>
                    <a:pt x="113686" y="1758086"/>
                    <a:pt x="131466" y="1848256"/>
                  </a:cubicBezTo>
                  <a:cubicBezTo>
                    <a:pt x="146706" y="1924456"/>
                    <a:pt x="170836" y="1990496"/>
                    <a:pt x="205126" y="2056536"/>
                  </a:cubicBezTo>
                  <a:cubicBezTo>
                    <a:pt x="241956" y="2126386"/>
                    <a:pt x="291486" y="2197506"/>
                    <a:pt x="348636" y="2255926"/>
                  </a:cubicBezTo>
                  <a:cubicBezTo>
                    <a:pt x="404516" y="2314346"/>
                    <a:pt x="466746" y="2365146"/>
                    <a:pt x="542946" y="2405786"/>
                  </a:cubicBezTo>
                  <a:cubicBezTo>
                    <a:pt x="630576" y="2454046"/>
                    <a:pt x="744876" y="2484526"/>
                    <a:pt x="851556" y="2513736"/>
                  </a:cubicBezTo>
                  <a:cubicBezTo>
                    <a:pt x="962046" y="2544216"/>
                    <a:pt x="1082696" y="2567076"/>
                    <a:pt x="1194456" y="2584856"/>
                  </a:cubicBezTo>
                  <a:cubicBezTo>
                    <a:pt x="1298596" y="2600096"/>
                    <a:pt x="1400196" y="2622956"/>
                    <a:pt x="1501796" y="2614066"/>
                  </a:cubicBezTo>
                  <a:cubicBezTo>
                    <a:pt x="1603396" y="2606446"/>
                    <a:pt x="1712616" y="2577236"/>
                    <a:pt x="1804056" y="2535326"/>
                  </a:cubicBezTo>
                  <a:cubicBezTo>
                    <a:pt x="1892956" y="2494686"/>
                    <a:pt x="1979316" y="2433726"/>
                    <a:pt x="2041546" y="2367686"/>
                  </a:cubicBezTo>
                  <a:cubicBezTo>
                    <a:pt x="2101236" y="2305456"/>
                    <a:pt x="2186326" y="2202586"/>
                    <a:pt x="2177436" y="2154326"/>
                  </a:cubicBezTo>
                  <a:cubicBezTo>
                    <a:pt x="2171086" y="2122576"/>
                    <a:pt x="2121556" y="2102256"/>
                    <a:pt x="2088536" y="2088286"/>
                  </a:cubicBezTo>
                  <a:cubicBezTo>
                    <a:pt x="2054246" y="2074316"/>
                    <a:pt x="2019956" y="2074316"/>
                    <a:pt x="1976776" y="2071776"/>
                  </a:cubicBezTo>
                  <a:cubicBezTo>
                    <a:pt x="1913276" y="2069236"/>
                    <a:pt x="1820566" y="2067966"/>
                    <a:pt x="1749446" y="2085746"/>
                  </a:cubicBezTo>
                  <a:cubicBezTo>
                    <a:pt x="1678326" y="2104796"/>
                    <a:pt x="1608476" y="2142896"/>
                    <a:pt x="1548786" y="2180996"/>
                  </a:cubicBezTo>
                  <a:cubicBezTo>
                    <a:pt x="1491636" y="2217826"/>
                    <a:pt x="1437026" y="2262276"/>
                    <a:pt x="1396386" y="2309266"/>
                  </a:cubicBezTo>
                  <a:cubicBezTo>
                    <a:pt x="1360826" y="2351176"/>
                    <a:pt x="1334156" y="2393086"/>
                    <a:pt x="1315106" y="2446426"/>
                  </a:cubicBezTo>
                  <a:cubicBezTo>
                    <a:pt x="1292246" y="2507386"/>
                    <a:pt x="1285896" y="2584856"/>
                    <a:pt x="1282086" y="2657246"/>
                  </a:cubicBezTo>
                  <a:cubicBezTo>
                    <a:pt x="1277006" y="2730906"/>
                    <a:pt x="1278276" y="2813456"/>
                    <a:pt x="1288436" y="2885846"/>
                  </a:cubicBezTo>
                  <a:cubicBezTo>
                    <a:pt x="1298596" y="2950616"/>
                    <a:pt x="1315106" y="3007766"/>
                    <a:pt x="1336696" y="3069996"/>
                  </a:cubicBezTo>
                  <a:cubicBezTo>
                    <a:pt x="1359556" y="3133496"/>
                    <a:pt x="1392576" y="3199536"/>
                    <a:pt x="1425596" y="3261766"/>
                  </a:cubicBezTo>
                  <a:cubicBezTo>
                    <a:pt x="1458616" y="3321456"/>
                    <a:pt x="1494176" y="3382416"/>
                    <a:pt x="1532276" y="3435756"/>
                  </a:cubicBezTo>
                  <a:cubicBezTo>
                    <a:pt x="1567836" y="3486556"/>
                    <a:pt x="1590696" y="3533546"/>
                    <a:pt x="1644036" y="3576726"/>
                  </a:cubicBezTo>
                  <a:cubicBezTo>
                    <a:pt x="1718966" y="3636416"/>
                    <a:pt x="1861206" y="3699916"/>
                    <a:pt x="1961536" y="3732936"/>
                  </a:cubicBezTo>
                  <a:cubicBezTo>
                    <a:pt x="2042816" y="3759606"/>
                    <a:pt x="2116476" y="3767226"/>
                    <a:pt x="2192676" y="3776116"/>
                  </a:cubicBezTo>
                  <a:cubicBezTo>
                    <a:pt x="2266336" y="3783736"/>
                    <a:pt x="2367936" y="3764686"/>
                    <a:pt x="2409846" y="3785006"/>
                  </a:cubicBezTo>
                  <a:cubicBezTo>
                    <a:pt x="2431436" y="3795166"/>
                    <a:pt x="2446676" y="3812946"/>
                    <a:pt x="2450486" y="3829456"/>
                  </a:cubicBezTo>
                  <a:cubicBezTo>
                    <a:pt x="2455566" y="3847236"/>
                    <a:pt x="2447946" y="3876446"/>
                    <a:pt x="2436516" y="3889146"/>
                  </a:cubicBezTo>
                  <a:cubicBezTo>
                    <a:pt x="2423816" y="3903116"/>
                    <a:pt x="2395876" y="3913276"/>
                    <a:pt x="2378096" y="3910736"/>
                  </a:cubicBezTo>
                  <a:cubicBezTo>
                    <a:pt x="2360316" y="3908196"/>
                    <a:pt x="2337456" y="3891686"/>
                    <a:pt x="2328566" y="3875176"/>
                  </a:cubicBezTo>
                  <a:cubicBezTo>
                    <a:pt x="2320946" y="3858666"/>
                    <a:pt x="2323486" y="3829456"/>
                    <a:pt x="2329836" y="3814216"/>
                  </a:cubicBezTo>
                  <a:cubicBezTo>
                    <a:pt x="2336186" y="3801516"/>
                    <a:pt x="2348886" y="3791356"/>
                    <a:pt x="2361586" y="3786276"/>
                  </a:cubicBezTo>
                  <a:cubicBezTo>
                    <a:pt x="2373016" y="3781196"/>
                    <a:pt x="2390796" y="3779926"/>
                    <a:pt x="2403496" y="3782466"/>
                  </a:cubicBezTo>
                  <a:cubicBezTo>
                    <a:pt x="2416196" y="3786276"/>
                    <a:pt x="2430166" y="3795166"/>
                    <a:pt x="2437786" y="3805326"/>
                  </a:cubicBezTo>
                  <a:cubicBezTo>
                    <a:pt x="2446676" y="3815486"/>
                    <a:pt x="2451756" y="3830726"/>
                    <a:pt x="2453026" y="3844696"/>
                  </a:cubicBezTo>
                  <a:cubicBezTo>
                    <a:pt x="2453026" y="3857396"/>
                    <a:pt x="2447946" y="3872636"/>
                    <a:pt x="2440326" y="3884066"/>
                  </a:cubicBezTo>
                  <a:cubicBezTo>
                    <a:pt x="2432706" y="3894226"/>
                    <a:pt x="2423816" y="3903116"/>
                    <a:pt x="2406036" y="3908196"/>
                  </a:cubicBezTo>
                  <a:cubicBezTo>
                    <a:pt x="2365396" y="3920896"/>
                    <a:pt x="2254906" y="3904386"/>
                    <a:pt x="2176166" y="3894226"/>
                  </a:cubicBezTo>
                  <a:cubicBezTo>
                    <a:pt x="2089806" y="3881526"/>
                    <a:pt x="2002176" y="3868826"/>
                    <a:pt x="1909466" y="3834536"/>
                  </a:cubicBezTo>
                  <a:cubicBezTo>
                    <a:pt x="1797706" y="3793896"/>
                    <a:pt x="1640226" y="3718966"/>
                    <a:pt x="1557676" y="3650386"/>
                  </a:cubicBezTo>
                  <a:cubicBezTo>
                    <a:pt x="1499256" y="3602126"/>
                    <a:pt x="1472586" y="3551326"/>
                    <a:pt x="1434486" y="3495446"/>
                  </a:cubicBezTo>
                  <a:cubicBezTo>
                    <a:pt x="1393846" y="3438296"/>
                    <a:pt x="1355746" y="3374796"/>
                    <a:pt x="1321456" y="3310026"/>
                  </a:cubicBezTo>
                  <a:cubicBezTo>
                    <a:pt x="1285896" y="3242716"/>
                    <a:pt x="1250336" y="3169056"/>
                    <a:pt x="1224936" y="3097936"/>
                  </a:cubicBezTo>
                  <a:cubicBezTo>
                    <a:pt x="1200806" y="3029356"/>
                    <a:pt x="1183026" y="2963316"/>
                    <a:pt x="1172866" y="2889656"/>
                  </a:cubicBezTo>
                  <a:cubicBezTo>
                    <a:pt x="1162706" y="2809646"/>
                    <a:pt x="1160166" y="2720746"/>
                    <a:pt x="1166516" y="2638196"/>
                  </a:cubicBezTo>
                  <a:cubicBezTo>
                    <a:pt x="1172866" y="2554376"/>
                    <a:pt x="1184296" y="2460396"/>
                    <a:pt x="1213506" y="2388006"/>
                  </a:cubicBezTo>
                  <a:cubicBezTo>
                    <a:pt x="1238906" y="2323236"/>
                    <a:pt x="1274466" y="2269896"/>
                    <a:pt x="1318916" y="2219096"/>
                  </a:cubicBezTo>
                  <a:cubicBezTo>
                    <a:pt x="1367176" y="2163216"/>
                    <a:pt x="1429406" y="2113686"/>
                    <a:pt x="1496716" y="2071776"/>
                  </a:cubicBezTo>
                  <a:cubicBezTo>
                    <a:pt x="1569106" y="2027326"/>
                    <a:pt x="1654196" y="1984146"/>
                    <a:pt x="1738016" y="1963826"/>
                  </a:cubicBezTo>
                  <a:cubicBezTo>
                    <a:pt x="1820566" y="1943506"/>
                    <a:pt x="1923436" y="1943506"/>
                    <a:pt x="1994556" y="1946046"/>
                  </a:cubicBezTo>
                  <a:cubicBezTo>
                    <a:pt x="2047896" y="1948586"/>
                    <a:pt x="2084726" y="1954936"/>
                    <a:pt x="2130446" y="1968906"/>
                  </a:cubicBezTo>
                  <a:cubicBezTo>
                    <a:pt x="2179976" y="1984146"/>
                    <a:pt x="2251096" y="2004466"/>
                    <a:pt x="2279036" y="2037486"/>
                  </a:cubicBezTo>
                  <a:cubicBezTo>
                    <a:pt x="2301896" y="2062886"/>
                    <a:pt x="2309516" y="2103526"/>
                    <a:pt x="2308246" y="2134006"/>
                  </a:cubicBezTo>
                  <a:cubicBezTo>
                    <a:pt x="2308246" y="2160676"/>
                    <a:pt x="2298086" y="2178456"/>
                    <a:pt x="2282846" y="2210206"/>
                  </a:cubicBezTo>
                  <a:cubicBezTo>
                    <a:pt x="2251096" y="2271166"/>
                    <a:pt x="2181246" y="2388006"/>
                    <a:pt x="2108856" y="2460396"/>
                  </a:cubicBezTo>
                  <a:cubicBezTo>
                    <a:pt x="2032656" y="2534056"/>
                    <a:pt x="1936136" y="2600096"/>
                    <a:pt x="1834536" y="2644546"/>
                  </a:cubicBezTo>
                  <a:cubicBezTo>
                    <a:pt x="1730396" y="2691536"/>
                    <a:pt x="1605936" y="2720746"/>
                    <a:pt x="1492906" y="2728366"/>
                  </a:cubicBezTo>
                  <a:cubicBezTo>
                    <a:pt x="1383686" y="2735986"/>
                    <a:pt x="1280816" y="2713126"/>
                    <a:pt x="1170326" y="2696616"/>
                  </a:cubicBezTo>
                  <a:cubicBezTo>
                    <a:pt x="1053486" y="2678836"/>
                    <a:pt x="929026" y="2654706"/>
                    <a:pt x="812186" y="2621686"/>
                  </a:cubicBezTo>
                  <a:cubicBezTo>
                    <a:pt x="696616" y="2588666"/>
                    <a:pt x="569616" y="2551836"/>
                    <a:pt x="473096" y="2497226"/>
                  </a:cubicBezTo>
                  <a:cubicBezTo>
                    <a:pt x="388006" y="2448966"/>
                    <a:pt x="318156" y="2390546"/>
                    <a:pt x="254656" y="2323236"/>
                  </a:cubicBezTo>
                  <a:cubicBezTo>
                    <a:pt x="192426" y="2255926"/>
                    <a:pt x="136546" y="2175916"/>
                    <a:pt x="95906" y="2095906"/>
                  </a:cubicBezTo>
                  <a:cubicBezTo>
                    <a:pt x="57806" y="2018436"/>
                    <a:pt x="32406" y="1940966"/>
                    <a:pt x="15896" y="1854606"/>
                  </a:cubicBezTo>
                  <a:cubicBezTo>
                    <a:pt x="-1884" y="1758086"/>
                    <a:pt x="-614" y="1642516"/>
                    <a:pt x="656" y="1540916"/>
                  </a:cubicBezTo>
                  <a:cubicBezTo>
                    <a:pt x="1926" y="1444396"/>
                    <a:pt x="9546" y="1351686"/>
                    <a:pt x="22246" y="1258976"/>
                  </a:cubicBezTo>
                  <a:cubicBezTo>
                    <a:pt x="33676" y="1167536"/>
                    <a:pt x="46376" y="1078636"/>
                    <a:pt x="74316" y="988466"/>
                  </a:cubicBezTo>
                  <a:cubicBezTo>
                    <a:pt x="102256" y="894486"/>
                    <a:pt x="142896" y="805586"/>
                    <a:pt x="192426" y="706526"/>
                  </a:cubicBezTo>
                  <a:cubicBezTo>
                    <a:pt x="250846" y="588416"/>
                    <a:pt x="327046" y="444906"/>
                    <a:pt x="413406" y="329336"/>
                  </a:cubicBezTo>
                  <a:cubicBezTo>
                    <a:pt x="499766" y="213766"/>
                    <a:pt x="650896" y="43586"/>
                    <a:pt x="708046" y="10566"/>
                  </a:cubicBezTo>
                  <a:cubicBezTo>
                    <a:pt x="727096" y="406"/>
                    <a:pt x="737256" y="-864"/>
                    <a:pt x="751226" y="406"/>
                  </a:cubicBezTo>
                  <a:cubicBezTo>
                    <a:pt x="765196" y="2946"/>
                    <a:pt x="780436" y="11836"/>
                    <a:pt x="789326" y="21996"/>
                  </a:cubicBezTo>
                  <a:cubicBezTo>
                    <a:pt x="798216" y="32156"/>
                    <a:pt x="804566" y="49936"/>
                    <a:pt x="804566" y="63906"/>
                  </a:cubicBezTo>
                  <a:cubicBezTo>
                    <a:pt x="804566" y="77876"/>
                    <a:pt x="788056" y="104546"/>
                    <a:pt x="788056" y="104546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15088" y="9221152"/>
            <a:ext cx="189548" cy="184785"/>
            <a:chOff x="0" y="0"/>
            <a:chExt cx="252730" cy="2463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637" y="50749"/>
              <a:ext cx="148753" cy="149164"/>
            </a:xfrm>
            <a:custGeom>
              <a:avLst/>
              <a:gdLst/>
              <a:ahLst/>
              <a:cxnLst/>
              <a:rect r="r" b="b" t="t" l="l"/>
              <a:pathLst>
                <a:path h="149164" w="148753">
                  <a:moveTo>
                    <a:pt x="148753" y="52121"/>
                  </a:moveTo>
                  <a:cubicBezTo>
                    <a:pt x="146213" y="106731"/>
                    <a:pt x="127163" y="135941"/>
                    <a:pt x="108113" y="144831"/>
                  </a:cubicBezTo>
                  <a:cubicBezTo>
                    <a:pt x="89063" y="153721"/>
                    <a:pt x="53503" y="147371"/>
                    <a:pt x="36993" y="139751"/>
                  </a:cubicBezTo>
                  <a:cubicBezTo>
                    <a:pt x="24293" y="134671"/>
                    <a:pt x="16673" y="124511"/>
                    <a:pt x="11593" y="114351"/>
                  </a:cubicBezTo>
                  <a:cubicBezTo>
                    <a:pt x="5243" y="104191"/>
                    <a:pt x="-1107" y="92761"/>
                    <a:pt x="163" y="80061"/>
                  </a:cubicBezTo>
                  <a:cubicBezTo>
                    <a:pt x="1433" y="61011"/>
                    <a:pt x="16673" y="27991"/>
                    <a:pt x="29373" y="15291"/>
                  </a:cubicBezTo>
                  <a:cubicBezTo>
                    <a:pt x="38263" y="6401"/>
                    <a:pt x="49693" y="1321"/>
                    <a:pt x="62393" y="51"/>
                  </a:cubicBezTo>
                  <a:cubicBezTo>
                    <a:pt x="81443" y="-1219"/>
                    <a:pt x="129703" y="21641"/>
                    <a:pt x="129703" y="21641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216640" y="251959"/>
            <a:ext cx="2606040" cy="1913573"/>
            <a:chOff x="0" y="0"/>
            <a:chExt cx="3474720" cy="25514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8084" y="46226"/>
              <a:ext cx="3377928" cy="2453134"/>
            </a:xfrm>
            <a:custGeom>
              <a:avLst/>
              <a:gdLst/>
              <a:ahLst/>
              <a:cxnLst/>
              <a:rect r="r" b="b" t="t" l="l"/>
              <a:pathLst>
                <a:path h="2453134" w="3377928">
                  <a:moveTo>
                    <a:pt x="34466" y="441454"/>
                  </a:moveTo>
                  <a:cubicBezTo>
                    <a:pt x="529766" y="202694"/>
                    <a:pt x="583106" y="186184"/>
                    <a:pt x="666926" y="163324"/>
                  </a:cubicBezTo>
                  <a:cubicBezTo>
                    <a:pt x="776146" y="134114"/>
                    <a:pt x="914576" y="107444"/>
                    <a:pt x="1047926" y="84584"/>
                  </a:cubicBezTo>
                  <a:cubicBezTo>
                    <a:pt x="1196516" y="60454"/>
                    <a:pt x="1366696" y="41404"/>
                    <a:pt x="1519096" y="28704"/>
                  </a:cubicBezTo>
                  <a:cubicBezTo>
                    <a:pt x="1662606" y="16004"/>
                    <a:pt x="1798496" y="-10666"/>
                    <a:pt x="1935656" y="4574"/>
                  </a:cubicBezTo>
                  <a:cubicBezTo>
                    <a:pt x="2072816" y="18544"/>
                    <a:pt x="2226486" y="57914"/>
                    <a:pt x="2342056" y="115064"/>
                  </a:cubicBezTo>
                  <a:cubicBezTo>
                    <a:pt x="2442386" y="165864"/>
                    <a:pt x="2530016" y="239524"/>
                    <a:pt x="2597326" y="313184"/>
                  </a:cubicBezTo>
                  <a:cubicBezTo>
                    <a:pt x="2657016" y="377954"/>
                    <a:pt x="2700196" y="451614"/>
                    <a:pt x="2733216" y="526544"/>
                  </a:cubicBezTo>
                  <a:cubicBezTo>
                    <a:pt x="2764966" y="596394"/>
                    <a:pt x="2792906" y="670054"/>
                    <a:pt x="2792906" y="747524"/>
                  </a:cubicBezTo>
                  <a:cubicBezTo>
                    <a:pt x="2792906" y="836424"/>
                    <a:pt x="2766236" y="938024"/>
                    <a:pt x="2719246" y="1028194"/>
                  </a:cubicBezTo>
                  <a:cubicBezTo>
                    <a:pt x="2664636" y="1131064"/>
                    <a:pt x="2555416" y="1233934"/>
                    <a:pt x="2463976" y="1320294"/>
                  </a:cubicBezTo>
                  <a:cubicBezTo>
                    <a:pt x="2377616" y="1402844"/>
                    <a:pt x="2279826" y="1480314"/>
                    <a:pt x="2187116" y="1537464"/>
                  </a:cubicBezTo>
                  <a:cubicBezTo>
                    <a:pt x="2107106" y="1588264"/>
                    <a:pt x="2023286" y="1627634"/>
                    <a:pt x="1944546" y="1656844"/>
                  </a:cubicBezTo>
                  <a:cubicBezTo>
                    <a:pt x="1874696" y="1682244"/>
                    <a:pt x="1802306" y="1703834"/>
                    <a:pt x="1740076" y="1708914"/>
                  </a:cubicBezTo>
                  <a:cubicBezTo>
                    <a:pt x="1688006" y="1713994"/>
                    <a:pt x="1633396" y="1719074"/>
                    <a:pt x="1596566" y="1697484"/>
                  </a:cubicBezTo>
                  <a:cubicBezTo>
                    <a:pt x="1561006" y="1675894"/>
                    <a:pt x="1526716" y="1622554"/>
                    <a:pt x="1521636" y="1581914"/>
                  </a:cubicBezTo>
                  <a:cubicBezTo>
                    <a:pt x="1517826" y="1538734"/>
                    <a:pt x="1541956" y="1493014"/>
                    <a:pt x="1572436" y="1447294"/>
                  </a:cubicBezTo>
                  <a:cubicBezTo>
                    <a:pt x="1613076" y="1382524"/>
                    <a:pt x="1694356" y="1302514"/>
                    <a:pt x="1773096" y="1246634"/>
                  </a:cubicBezTo>
                  <a:cubicBezTo>
                    <a:pt x="1855646" y="1188214"/>
                    <a:pt x="1968676" y="1143764"/>
                    <a:pt x="2058846" y="1110744"/>
                  </a:cubicBezTo>
                  <a:cubicBezTo>
                    <a:pt x="2135046" y="1082804"/>
                    <a:pt x="2207436" y="1067564"/>
                    <a:pt x="2278556" y="1054864"/>
                  </a:cubicBezTo>
                  <a:cubicBezTo>
                    <a:pt x="2343326" y="1042164"/>
                    <a:pt x="2408096" y="1026924"/>
                    <a:pt x="2470326" y="1030734"/>
                  </a:cubicBezTo>
                  <a:cubicBezTo>
                    <a:pt x="2528746" y="1034544"/>
                    <a:pt x="2579546" y="1039624"/>
                    <a:pt x="2641776" y="1071374"/>
                  </a:cubicBezTo>
                  <a:cubicBezTo>
                    <a:pt x="2742106" y="1123444"/>
                    <a:pt x="2902126" y="1275844"/>
                    <a:pt x="2984676" y="1371094"/>
                  </a:cubicBezTo>
                  <a:cubicBezTo>
                    <a:pt x="3041826" y="1438404"/>
                    <a:pt x="3064686" y="1489204"/>
                    <a:pt x="3109136" y="1564134"/>
                  </a:cubicBezTo>
                  <a:cubicBezTo>
                    <a:pt x="3167556" y="1663194"/>
                    <a:pt x="3257726" y="1823214"/>
                    <a:pt x="3295826" y="1917194"/>
                  </a:cubicBezTo>
                  <a:cubicBezTo>
                    <a:pt x="3318686" y="1975614"/>
                    <a:pt x="3326306" y="2007364"/>
                    <a:pt x="3339006" y="2067054"/>
                  </a:cubicBezTo>
                  <a:cubicBezTo>
                    <a:pt x="3356786" y="2152144"/>
                    <a:pt x="3385996" y="2323594"/>
                    <a:pt x="3375836" y="2384554"/>
                  </a:cubicBezTo>
                  <a:cubicBezTo>
                    <a:pt x="3370756" y="2411224"/>
                    <a:pt x="3361866" y="2429004"/>
                    <a:pt x="3350436" y="2440434"/>
                  </a:cubicBezTo>
                  <a:cubicBezTo>
                    <a:pt x="3339006" y="2449324"/>
                    <a:pt x="3323766" y="2453134"/>
                    <a:pt x="3309796" y="2453134"/>
                  </a:cubicBezTo>
                  <a:cubicBezTo>
                    <a:pt x="3297096" y="2453134"/>
                    <a:pt x="3281856" y="2449324"/>
                    <a:pt x="3271696" y="2440434"/>
                  </a:cubicBezTo>
                  <a:cubicBezTo>
                    <a:pt x="3258996" y="2429004"/>
                    <a:pt x="3246296" y="2401064"/>
                    <a:pt x="3246296" y="2384554"/>
                  </a:cubicBezTo>
                  <a:cubicBezTo>
                    <a:pt x="3245026" y="2370584"/>
                    <a:pt x="3252646" y="2355344"/>
                    <a:pt x="3261536" y="2346454"/>
                  </a:cubicBezTo>
                  <a:cubicBezTo>
                    <a:pt x="3269156" y="2336294"/>
                    <a:pt x="3283126" y="2326134"/>
                    <a:pt x="3297096" y="2324864"/>
                  </a:cubicBezTo>
                  <a:cubicBezTo>
                    <a:pt x="3313606" y="2322324"/>
                    <a:pt x="3342816" y="2328674"/>
                    <a:pt x="3355516" y="2341374"/>
                  </a:cubicBezTo>
                  <a:cubicBezTo>
                    <a:pt x="3368216" y="2354074"/>
                    <a:pt x="3378376" y="2380744"/>
                    <a:pt x="3374566" y="2398524"/>
                  </a:cubicBezTo>
                  <a:cubicBezTo>
                    <a:pt x="3372026" y="2416304"/>
                    <a:pt x="3354246" y="2440434"/>
                    <a:pt x="3337736" y="2446784"/>
                  </a:cubicBezTo>
                  <a:cubicBezTo>
                    <a:pt x="3321226" y="2454404"/>
                    <a:pt x="3292016" y="2451864"/>
                    <a:pt x="3276776" y="2444244"/>
                  </a:cubicBezTo>
                  <a:cubicBezTo>
                    <a:pt x="3264076" y="2437894"/>
                    <a:pt x="3257726" y="2430274"/>
                    <a:pt x="3250106" y="2412494"/>
                  </a:cubicBezTo>
                  <a:cubicBezTo>
                    <a:pt x="3229786" y="2362964"/>
                    <a:pt x="3239946" y="2177544"/>
                    <a:pt x="3227246" y="2097534"/>
                  </a:cubicBezTo>
                  <a:cubicBezTo>
                    <a:pt x="3218356" y="2045464"/>
                    <a:pt x="3214546" y="2023874"/>
                    <a:pt x="3195496" y="1973074"/>
                  </a:cubicBezTo>
                  <a:cubicBezTo>
                    <a:pt x="3161206" y="1885444"/>
                    <a:pt x="3065956" y="1720344"/>
                    <a:pt x="3011346" y="1626364"/>
                  </a:cubicBezTo>
                  <a:cubicBezTo>
                    <a:pt x="2973246" y="1557784"/>
                    <a:pt x="2954196" y="1514604"/>
                    <a:pt x="2904666" y="1454914"/>
                  </a:cubicBezTo>
                  <a:cubicBezTo>
                    <a:pt x="2833546" y="1369824"/>
                    <a:pt x="2691306" y="1227584"/>
                    <a:pt x="2608756" y="1181864"/>
                  </a:cubicBezTo>
                  <a:cubicBezTo>
                    <a:pt x="2560496" y="1155194"/>
                    <a:pt x="2527476" y="1150114"/>
                    <a:pt x="2481756" y="1147574"/>
                  </a:cubicBezTo>
                  <a:cubicBezTo>
                    <a:pt x="2428416" y="1143764"/>
                    <a:pt x="2367456" y="1157734"/>
                    <a:pt x="2307766" y="1169164"/>
                  </a:cubicBezTo>
                  <a:cubicBezTo>
                    <a:pt x="2242996" y="1181864"/>
                    <a:pt x="2178226" y="1195834"/>
                    <a:pt x="2109646" y="1219964"/>
                  </a:cubicBezTo>
                  <a:cubicBezTo>
                    <a:pt x="2028366" y="1247904"/>
                    <a:pt x="1934386" y="1280924"/>
                    <a:pt x="1856916" y="1335534"/>
                  </a:cubicBezTo>
                  <a:cubicBezTo>
                    <a:pt x="1773096" y="1395224"/>
                    <a:pt x="1619426" y="1537464"/>
                    <a:pt x="1629586" y="1574294"/>
                  </a:cubicBezTo>
                  <a:cubicBezTo>
                    <a:pt x="1634666" y="1593344"/>
                    <a:pt x="1680386" y="1597154"/>
                    <a:pt x="1713406" y="1598424"/>
                  </a:cubicBezTo>
                  <a:cubicBezTo>
                    <a:pt x="1761666" y="1598424"/>
                    <a:pt x="1832786" y="1576834"/>
                    <a:pt x="1895016" y="1553974"/>
                  </a:cubicBezTo>
                  <a:cubicBezTo>
                    <a:pt x="1966136" y="1528574"/>
                    <a:pt x="2042336" y="1493014"/>
                    <a:pt x="2117266" y="1447294"/>
                  </a:cubicBezTo>
                  <a:cubicBezTo>
                    <a:pt x="2203626" y="1393954"/>
                    <a:pt x="2297606" y="1319024"/>
                    <a:pt x="2378886" y="1244094"/>
                  </a:cubicBezTo>
                  <a:cubicBezTo>
                    <a:pt x="2461436" y="1167894"/>
                    <a:pt x="2560496" y="1078994"/>
                    <a:pt x="2611296" y="991364"/>
                  </a:cubicBezTo>
                  <a:cubicBezTo>
                    <a:pt x="2653206" y="918974"/>
                    <a:pt x="2679876" y="838964"/>
                    <a:pt x="2681146" y="767844"/>
                  </a:cubicBezTo>
                  <a:cubicBezTo>
                    <a:pt x="2683686" y="704344"/>
                    <a:pt x="2660826" y="644654"/>
                    <a:pt x="2635426" y="584964"/>
                  </a:cubicBezTo>
                  <a:cubicBezTo>
                    <a:pt x="2608756" y="522734"/>
                    <a:pt x="2573196" y="459234"/>
                    <a:pt x="2523666" y="402084"/>
                  </a:cubicBezTo>
                  <a:cubicBezTo>
                    <a:pt x="2467786" y="337314"/>
                    <a:pt x="2395396" y="270004"/>
                    <a:pt x="2307766" y="224284"/>
                  </a:cubicBezTo>
                  <a:cubicBezTo>
                    <a:pt x="2206166" y="170944"/>
                    <a:pt x="2066466" y="134114"/>
                    <a:pt x="1939466" y="120144"/>
                  </a:cubicBezTo>
                  <a:cubicBezTo>
                    <a:pt x="1808656" y="104904"/>
                    <a:pt x="1672766" y="131574"/>
                    <a:pt x="1533066" y="144274"/>
                  </a:cubicBezTo>
                  <a:cubicBezTo>
                    <a:pt x="1384476" y="156974"/>
                    <a:pt x="1216836" y="176024"/>
                    <a:pt x="1072056" y="200154"/>
                  </a:cubicBezTo>
                  <a:cubicBezTo>
                    <a:pt x="942516" y="221744"/>
                    <a:pt x="809166" y="248414"/>
                    <a:pt x="705026" y="276354"/>
                  </a:cubicBezTo>
                  <a:cubicBezTo>
                    <a:pt x="626286" y="296674"/>
                    <a:pt x="579296" y="311914"/>
                    <a:pt x="500556" y="344934"/>
                  </a:cubicBezTo>
                  <a:cubicBezTo>
                    <a:pt x="382446" y="393194"/>
                    <a:pt x="144956" y="545594"/>
                    <a:pt x="75106" y="557024"/>
                  </a:cubicBezTo>
                  <a:cubicBezTo>
                    <a:pt x="54786" y="560834"/>
                    <a:pt x="43356" y="557024"/>
                    <a:pt x="31926" y="550674"/>
                  </a:cubicBezTo>
                  <a:cubicBezTo>
                    <a:pt x="19226" y="544324"/>
                    <a:pt x="7796" y="530354"/>
                    <a:pt x="2716" y="517654"/>
                  </a:cubicBezTo>
                  <a:cubicBezTo>
                    <a:pt x="-1094" y="504954"/>
                    <a:pt x="-1094" y="485904"/>
                    <a:pt x="3986" y="473204"/>
                  </a:cubicBezTo>
                  <a:cubicBezTo>
                    <a:pt x="9066" y="460504"/>
                    <a:pt x="34466" y="441454"/>
                    <a:pt x="34466" y="441454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822680" y="3329940"/>
            <a:ext cx="184785" cy="189548"/>
            <a:chOff x="0" y="0"/>
            <a:chExt cx="246380" cy="252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6431" y="50749"/>
              <a:ext cx="146609" cy="152154"/>
            </a:xfrm>
            <a:custGeom>
              <a:avLst/>
              <a:gdLst/>
              <a:ahLst/>
              <a:cxnLst/>
              <a:rect r="r" b="b" t="t" l="l"/>
              <a:pathLst>
                <a:path h="152154" w="146609">
                  <a:moveTo>
                    <a:pt x="146609" y="52121"/>
                  </a:moveTo>
                  <a:cubicBezTo>
                    <a:pt x="142799" y="106731"/>
                    <a:pt x="119939" y="135941"/>
                    <a:pt x="104699" y="144831"/>
                  </a:cubicBezTo>
                  <a:cubicBezTo>
                    <a:pt x="93269" y="151181"/>
                    <a:pt x="81839" y="153721"/>
                    <a:pt x="69139" y="151181"/>
                  </a:cubicBezTo>
                  <a:cubicBezTo>
                    <a:pt x="51359" y="148641"/>
                    <a:pt x="19609" y="132131"/>
                    <a:pt x="8179" y="114351"/>
                  </a:cubicBezTo>
                  <a:cubicBezTo>
                    <a:pt x="-1981" y="96571"/>
                    <a:pt x="-1981" y="62281"/>
                    <a:pt x="4369" y="44501"/>
                  </a:cubicBezTo>
                  <a:cubicBezTo>
                    <a:pt x="8179" y="31801"/>
                    <a:pt x="17069" y="22911"/>
                    <a:pt x="25959" y="15291"/>
                  </a:cubicBezTo>
                  <a:cubicBezTo>
                    <a:pt x="36119" y="7671"/>
                    <a:pt x="46279" y="1321"/>
                    <a:pt x="60249" y="51"/>
                  </a:cubicBezTo>
                  <a:cubicBezTo>
                    <a:pt x="78029" y="-1219"/>
                    <a:pt x="127559" y="21641"/>
                    <a:pt x="127559" y="21641"/>
                  </a:cubicBezTo>
                </a:path>
              </a:pathLst>
            </a:custGeom>
            <a:solidFill>
              <a:srgbClr val="95530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8" id="28">
            <a:hlinkClick r:id="rId18" tooltip="https://github.com/MarcoBenedettini/Progetto-Tepsit-Web-Service/tree/master"/>
          </p:cNvPr>
          <p:cNvSpPr/>
          <p:nvPr/>
        </p:nvSpPr>
        <p:spPr>
          <a:xfrm flipH="false" flipV="false" rot="0">
            <a:off x="7898604" y="5460682"/>
            <a:ext cx="2919946" cy="2919946"/>
          </a:xfrm>
          <a:custGeom>
            <a:avLst/>
            <a:gdLst/>
            <a:ahLst/>
            <a:cxnLst/>
            <a:rect r="r" b="b" t="t" l="l"/>
            <a:pathLst>
              <a:path h="2919946" w="2919946">
                <a:moveTo>
                  <a:pt x="0" y="0"/>
                </a:moveTo>
                <a:lnTo>
                  <a:pt x="2919946" y="0"/>
                </a:lnTo>
                <a:lnTo>
                  <a:pt x="2919946" y="2919946"/>
                </a:lnTo>
                <a:lnTo>
                  <a:pt x="0" y="29199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987254" y="-13817"/>
            <a:ext cx="6742646" cy="547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05"/>
              </a:lnSpc>
            </a:pPr>
            <a:r>
              <a:rPr lang="en-US" sz="10218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GRAZIE </a:t>
            </a:r>
          </a:p>
          <a:p>
            <a:pPr algn="ctr">
              <a:lnSpc>
                <a:spcPts val="14305"/>
              </a:lnSpc>
            </a:pPr>
            <a:r>
              <a:rPr lang="en-US" sz="10218">
                <a:solidFill>
                  <a:srgbClr val="FFFFFF"/>
                </a:solidFill>
                <a:latin typeface="Scripter"/>
                <a:ea typeface="Scripter"/>
                <a:cs typeface="Scripter"/>
                <a:sym typeface="Scripter"/>
              </a:rPr>
              <a:t>PER L’ATTENZIONE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8890" y="8469972"/>
            <a:ext cx="1339374" cy="69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4"/>
              </a:lnSpc>
              <a:spcBef>
                <a:spcPct val="0"/>
              </a:spcBef>
            </a:pPr>
            <a:r>
              <a:rPr lang="en-US" sz="4200">
                <a:solidFill>
                  <a:srgbClr val="955306"/>
                </a:solidFill>
                <a:latin typeface="Scripter"/>
                <a:ea typeface="Scripter"/>
                <a:cs typeface="Scripter"/>
                <a:sym typeface="Scripter"/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DAHKAEawHko</dc:identifier>
  <dcterms:modified xsi:type="dcterms:W3CDTF">2011-08-01T06:04:30Z</dcterms:modified>
  <cp:revision>1</cp:revision>
  <dc:title>Cream Illustrative Food Journal Presentation</dc:title>
</cp:coreProperties>
</file>